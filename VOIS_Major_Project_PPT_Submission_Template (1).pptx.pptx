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Trebuchet MS" panose="020B0603020202020204" pitchFamily="34" charset="0"/>
      <p:regular r:id="rId17"/>
      <p:bold r:id="rId18"/>
      <p:italic r:id="rId19"/>
      <p:boldItalic r:id="rId20"/>
    </p:embeddedFont>
    <p:embeddedFont>
      <p:font typeface="Trebuchet MS Bold" panose="020B0703020202020204" pitchFamily="34" charset="0"/>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5C0ECD6-4903-481A-90FC-7774D1B3264E}">
          <p14:sldIdLst>
            <p14:sldId id="256"/>
            <p14:sldId id="257"/>
            <p14:sldId id="258"/>
            <p14:sldId id="259"/>
          </p14:sldIdLst>
        </p14:section>
        <p14:section name="Untitled Section" id="{DA6EFA11-8DA4-4C4B-8EB1-654280340A3C}">
          <p14:sldIdLst>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p:scale>
          <a:sx n="50" d="100"/>
          <a:sy n="50" d="100"/>
        </p:scale>
        <p:origin x="970"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09.09.2026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oleObject" Target="../embeddings/oleObject2.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3.emf"/><Relationship Id="rId5" Type="http://schemas.openxmlformats.org/officeDocument/2006/relationships/oleObject" Target="../embeddings/oleObject1.bin"/><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4791360">
            <a:off x="9738484" y="5138738"/>
            <a:ext cx="10464870" cy="0"/>
          </a:xfrm>
          <a:prstGeom prst="line">
            <a:avLst/>
          </a:prstGeom>
          <a:ln w="9525" cap="rnd">
            <a:solidFill>
              <a:srgbClr val="5FCBEF"/>
            </a:solidFill>
            <a:prstDash val="solid"/>
            <a:headEnd type="none" w="sm" len="sm"/>
            <a:tailEnd type="none" w="sm" len="sm"/>
          </a:ln>
        </p:spPr>
        <p:txBody>
          <a:bodyPr/>
          <a:lstStyle/>
          <a:p>
            <a:endParaRPr lang="en-IN"/>
          </a:p>
        </p:txBody>
      </p:sp>
      <p:sp>
        <p:nvSpPr>
          <p:cNvPr id="3" name="AutoShape 3"/>
          <p:cNvSpPr/>
          <p:nvPr/>
        </p:nvSpPr>
        <p:spPr>
          <a:xfrm rot="8776560">
            <a:off x="10406482" y="7899797"/>
            <a:ext cx="8608171" cy="0"/>
          </a:xfrm>
          <a:prstGeom prst="line">
            <a:avLst/>
          </a:prstGeom>
          <a:ln w="9525" cap="rnd">
            <a:solidFill>
              <a:srgbClr val="5FCBEF"/>
            </a:solidFill>
            <a:prstDash val="solid"/>
            <a:headEnd type="none" w="sm" len="sm"/>
            <a:tailEnd type="none" w="sm" len="sm"/>
          </a:ln>
        </p:spPr>
        <p:txBody>
          <a:bodyPr/>
          <a:lstStyle/>
          <a:p>
            <a:endParaRPr lang="en-IN"/>
          </a:p>
        </p:txBody>
      </p:sp>
      <p:grpSp>
        <p:nvGrpSpPr>
          <p:cNvPr id="4" name="Group 4"/>
          <p:cNvGrpSpPr/>
          <p:nvPr/>
        </p:nvGrpSpPr>
        <p:grpSpPr>
          <a:xfrm>
            <a:off x="13772217" y="-12697"/>
            <a:ext cx="4511021" cy="10299697"/>
            <a:chOff x="0" y="0"/>
            <a:chExt cx="6014695" cy="13732929"/>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5FCBEF">
                <a:alpha val="12941"/>
              </a:srgbClr>
            </a:solidFill>
          </p:spPr>
          <p:txBody>
            <a:bodyPr/>
            <a:lstStyle/>
            <a:p>
              <a:endParaRPr lang="en-IN"/>
            </a:p>
          </p:txBody>
        </p:sp>
      </p:grpSp>
      <p:grpSp>
        <p:nvGrpSpPr>
          <p:cNvPr id="6" name="Group 6"/>
          <p:cNvGrpSpPr/>
          <p:nvPr/>
        </p:nvGrpSpPr>
        <p:grpSpPr>
          <a:xfrm>
            <a:off x="14405162" y="-12697"/>
            <a:ext cx="3882838" cy="10299697"/>
            <a:chOff x="0" y="0"/>
            <a:chExt cx="5177117" cy="13732929"/>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5FCBEF">
                <a:alpha val="3922"/>
              </a:srgbClr>
            </a:solidFill>
          </p:spPr>
          <p:txBody>
            <a:bodyPr/>
            <a:lstStyle/>
            <a:p>
              <a:endParaRPr lang="en-IN"/>
            </a:p>
          </p:txBody>
        </p:sp>
      </p:grpSp>
      <p:grpSp>
        <p:nvGrpSpPr>
          <p:cNvPr id="8" name="Group 8"/>
          <p:cNvGrpSpPr/>
          <p:nvPr/>
        </p:nvGrpSpPr>
        <p:grpSpPr>
          <a:xfrm>
            <a:off x="13398503" y="4572000"/>
            <a:ext cx="4889497" cy="5715000"/>
            <a:chOff x="0" y="0"/>
            <a:chExt cx="6519329"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7B0E4">
                <a:alpha val="43529"/>
              </a:srgbClr>
            </a:solidFill>
          </p:spPr>
          <p:txBody>
            <a:bodyPr/>
            <a:lstStyle/>
            <a:p>
              <a:endParaRPr lang="en-IN"/>
            </a:p>
          </p:txBody>
        </p:sp>
      </p:grpSp>
      <p:grpSp>
        <p:nvGrpSpPr>
          <p:cNvPr id="10" name="Group 10"/>
          <p:cNvGrpSpPr/>
          <p:nvPr/>
        </p:nvGrpSpPr>
        <p:grpSpPr>
          <a:xfrm>
            <a:off x="14001750" y="-12697"/>
            <a:ext cx="4281488" cy="10299697"/>
            <a:chOff x="0" y="0"/>
            <a:chExt cx="5708650" cy="13732929"/>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7B0E4">
                <a:alpha val="24706"/>
              </a:srgbClr>
            </a:solidFill>
          </p:spPr>
          <p:txBody>
            <a:bodyPr/>
            <a:lstStyle/>
            <a:p>
              <a:endParaRPr lang="en-IN"/>
            </a:p>
          </p:txBody>
        </p:sp>
      </p:grpSp>
      <p:grpSp>
        <p:nvGrpSpPr>
          <p:cNvPr id="12" name="Group 12"/>
          <p:cNvGrpSpPr/>
          <p:nvPr/>
        </p:nvGrpSpPr>
        <p:grpSpPr>
          <a:xfrm>
            <a:off x="16348091" y="-12697"/>
            <a:ext cx="1935137" cy="10299697"/>
            <a:chOff x="0" y="0"/>
            <a:chExt cx="2580183" cy="13732929"/>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E83C3">
                <a:alpha val="48627"/>
              </a:srgbClr>
            </a:solidFill>
          </p:spPr>
          <p:txBody>
            <a:bodyPr/>
            <a:lstStyle/>
            <a:p>
              <a:endParaRPr lang="en-IN"/>
            </a:p>
          </p:txBody>
        </p:sp>
      </p:grpSp>
      <p:grpSp>
        <p:nvGrpSpPr>
          <p:cNvPr id="14" name="Group 14"/>
          <p:cNvGrpSpPr/>
          <p:nvPr/>
        </p:nvGrpSpPr>
        <p:grpSpPr>
          <a:xfrm>
            <a:off x="16408498" y="-12697"/>
            <a:ext cx="1874739" cy="10299697"/>
            <a:chOff x="0" y="0"/>
            <a:chExt cx="2499652" cy="13732929"/>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236292">
                <a:alpha val="63922"/>
              </a:srgbClr>
            </a:solidFill>
          </p:spPr>
          <p:txBody>
            <a:bodyPr/>
            <a:lstStyle/>
            <a:p>
              <a:endParaRPr lang="en-IN"/>
            </a:p>
          </p:txBody>
        </p:sp>
      </p:grpSp>
      <p:grpSp>
        <p:nvGrpSpPr>
          <p:cNvPr id="16" name="Group 16"/>
          <p:cNvGrpSpPr/>
          <p:nvPr/>
        </p:nvGrpSpPr>
        <p:grpSpPr>
          <a:xfrm>
            <a:off x="15557497" y="5384797"/>
            <a:ext cx="2725741" cy="4902203"/>
            <a:chOff x="0" y="0"/>
            <a:chExt cx="3634321" cy="6536271"/>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7B0E4">
                <a:alpha val="43529"/>
              </a:srgbClr>
            </a:solidFill>
          </p:spPr>
          <p:txBody>
            <a:bodyPr/>
            <a:lstStyle/>
            <a:p>
              <a:endParaRPr lang="en-IN"/>
            </a:p>
          </p:txBody>
        </p:sp>
      </p:grpSp>
      <p:grpSp>
        <p:nvGrpSpPr>
          <p:cNvPr id="18" name="Group 18"/>
          <p:cNvGrpSpPr/>
          <p:nvPr/>
        </p:nvGrpSpPr>
        <p:grpSpPr>
          <a:xfrm>
            <a:off x="0" y="6019800"/>
            <a:ext cx="673103" cy="4267200"/>
            <a:chOff x="0" y="0"/>
            <a:chExt cx="897471"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5FCBEF">
                <a:alpha val="48627"/>
              </a:srgbClr>
            </a:solidFill>
          </p:spPr>
          <p:txBody>
            <a:bodyPr/>
            <a:lstStyle/>
            <a:p>
              <a:endParaRPr lang="en-IN"/>
            </a:p>
          </p:txBody>
        </p:sp>
      </p:grpSp>
      <p:grpSp>
        <p:nvGrpSpPr>
          <p:cNvPr id="20" name="Group 20"/>
          <p:cNvGrpSpPr/>
          <p:nvPr/>
        </p:nvGrpSpPr>
        <p:grpSpPr>
          <a:xfrm>
            <a:off x="990590" y="9568358"/>
            <a:ext cx="4114800" cy="547688"/>
            <a:chOff x="0" y="0"/>
            <a:chExt cx="5486400" cy="730250"/>
          </a:xfrm>
        </p:grpSpPr>
        <p:sp>
          <p:nvSpPr>
            <p:cNvPr id="21" name="Freeform 21"/>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2" name="TextBox 22"/>
            <p:cNvSpPr txBox="1"/>
            <p:nvPr/>
          </p:nvSpPr>
          <p:spPr>
            <a:xfrm>
              <a:off x="0" y="-9525"/>
              <a:ext cx="5486400" cy="739775"/>
            </a:xfrm>
            <a:prstGeom prst="rect">
              <a:avLst/>
            </a:prstGeom>
          </p:spPr>
          <p:txBody>
            <a:bodyPr lIns="0" tIns="0" rIns="0" bIns="0" rtlCol="0" anchor="ctr"/>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id="23" name="Group 23"/>
          <p:cNvGrpSpPr/>
          <p:nvPr/>
        </p:nvGrpSpPr>
        <p:grpSpPr>
          <a:xfrm>
            <a:off x="2168290" y="9568358"/>
            <a:ext cx="6172200" cy="547688"/>
            <a:chOff x="0" y="0"/>
            <a:chExt cx="8229600" cy="730250"/>
          </a:xfrm>
        </p:grpSpPr>
        <p:sp>
          <p:nvSpPr>
            <p:cNvPr id="24" name="Freeform 24"/>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2">
                <a:alphaModFix amt="0"/>
              </a:blip>
              <a:stretch>
                <a:fillRect t="-169587" b="-169587"/>
              </a:stretch>
            </a:blipFill>
          </p:spPr>
          <p:txBody>
            <a:bodyPr/>
            <a:lstStyle/>
            <a:p>
              <a:endParaRPr lang="en-IN"/>
            </a:p>
          </p:txBody>
        </p:sp>
        <p:sp>
          <p:nvSpPr>
            <p:cNvPr id="25" name="TextBox 25"/>
            <p:cNvSpPr txBox="1"/>
            <p:nvPr/>
          </p:nvSpPr>
          <p:spPr>
            <a:xfrm>
              <a:off x="0" y="-9525"/>
              <a:ext cx="8229600" cy="739775"/>
            </a:xfrm>
            <a:prstGeom prst="rect">
              <a:avLst/>
            </a:prstGeom>
          </p:spPr>
          <p:txBody>
            <a:bodyPr lIns="0" tIns="0" rIns="0" bIns="0" rtlCol="0" anchor="ctr"/>
            <a:lstStyle/>
            <a:p>
              <a:pPr algn="l">
                <a:lnSpc>
                  <a:spcPts val="1980"/>
                </a:lnSpc>
              </a:pPr>
              <a:r>
                <a:rPr lang="en-US" sz="1650" b="1">
                  <a:solidFill>
                    <a:srgbClr val="2E83C3"/>
                  </a:solidFill>
                  <a:latin typeface="Trebuchet MS Bold"/>
                  <a:ea typeface="Trebuchet MS Bold"/>
                  <a:cs typeface="Trebuchet MS Bold"/>
                  <a:sym typeface="Trebuchet MS Bold"/>
                </a:rPr>
                <a:t>Annual Review</a:t>
              </a:r>
            </a:p>
          </p:txBody>
        </p:sp>
      </p:grpSp>
      <p:grpSp>
        <p:nvGrpSpPr>
          <p:cNvPr id="26" name="Group 26"/>
          <p:cNvGrpSpPr/>
          <p:nvPr/>
        </p:nvGrpSpPr>
        <p:grpSpPr>
          <a:xfrm>
            <a:off x="13208003" y="9568358"/>
            <a:ext cx="4114800" cy="547688"/>
            <a:chOff x="0" y="0"/>
            <a:chExt cx="5486400" cy="730250"/>
          </a:xfrm>
        </p:grpSpPr>
        <p:sp>
          <p:nvSpPr>
            <p:cNvPr id="27" name="Freeform 2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8" name="TextBox 28"/>
            <p:cNvSpPr txBox="1"/>
            <p:nvPr/>
          </p:nvSpPr>
          <p:spPr>
            <a:xfrm>
              <a:off x="0" y="-9525"/>
              <a:ext cx="5486400" cy="739775"/>
            </a:xfrm>
            <a:prstGeom prst="rect">
              <a:avLst/>
            </a:prstGeom>
          </p:spPr>
          <p:txBody>
            <a:bodyPr lIns="0" tIns="0" rIns="0" bIns="0" rtlCol="0" anchor="ctr"/>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id="29" name="Group 29"/>
          <p:cNvGrpSpPr/>
          <p:nvPr/>
        </p:nvGrpSpPr>
        <p:grpSpPr>
          <a:xfrm>
            <a:off x="1110463" y="2074212"/>
            <a:ext cx="1844345" cy="1589961"/>
            <a:chOff x="0" y="0"/>
            <a:chExt cx="2459126" cy="2119948"/>
          </a:xfrm>
        </p:grpSpPr>
        <p:sp>
          <p:nvSpPr>
            <p:cNvPr id="30" name="Freeform 30"/>
            <p:cNvSpPr/>
            <p:nvPr/>
          </p:nvSpPr>
          <p:spPr>
            <a:xfrm>
              <a:off x="0" y="0"/>
              <a:ext cx="2459101" cy="2119884"/>
            </a:xfrm>
            <a:custGeom>
              <a:avLst/>
              <a:gdLst/>
              <a:ahLst/>
              <a:cxnLst/>
              <a:rect l="l" t="t" r="r" b="b"/>
              <a:pathLst>
                <a:path w="2459101" h="2119884">
                  <a:moveTo>
                    <a:pt x="0" y="1059942"/>
                  </a:moveTo>
                  <a:lnTo>
                    <a:pt x="529971" y="0"/>
                  </a:lnTo>
                  <a:lnTo>
                    <a:pt x="1929130" y="0"/>
                  </a:lnTo>
                  <a:lnTo>
                    <a:pt x="2459101" y="1059942"/>
                  </a:lnTo>
                  <a:lnTo>
                    <a:pt x="1929130" y="2119884"/>
                  </a:lnTo>
                  <a:lnTo>
                    <a:pt x="529971" y="2119884"/>
                  </a:lnTo>
                  <a:close/>
                </a:path>
              </a:pathLst>
            </a:custGeom>
            <a:solidFill>
              <a:srgbClr val="5FCBEF"/>
            </a:solidFill>
          </p:spPr>
          <p:txBody>
            <a:bodyPr/>
            <a:lstStyle/>
            <a:p>
              <a:endParaRPr lang="en-IN"/>
            </a:p>
          </p:txBody>
        </p:sp>
      </p:grpSp>
      <p:grpSp>
        <p:nvGrpSpPr>
          <p:cNvPr id="31" name="Group 31"/>
          <p:cNvGrpSpPr/>
          <p:nvPr/>
        </p:nvGrpSpPr>
        <p:grpSpPr>
          <a:xfrm>
            <a:off x="5632542" y="1791929"/>
            <a:ext cx="2499246" cy="2154517"/>
            <a:chOff x="0" y="0"/>
            <a:chExt cx="3332328" cy="2872689"/>
          </a:xfrm>
        </p:grpSpPr>
        <p:sp>
          <p:nvSpPr>
            <p:cNvPr id="32" name="Freeform 32"/>
            <p:cNvSpPr/>
            <p:nvPr/>
          </p:nvSpPr>
          <p:spPr>
            <a:xfrm>
              <a:off x="0" y="0"/>
              <a:ext cx="3332353" cy="2872740"/>
            </a:xfrm>
            <a:custGeom>
              <a:avLst/>
              <a:gdLst/>
              <a:ahLst/>
              <a:cxnLst/>
              <a:rect l="l" t="t" r="r" b="b"/>
              <a:pathLst>
                <a:path w="3332353" h="2872740">
                  <a:moveTo>
                    <a:pt x="0" y="1436370"/>
                  </a:moveTo>
                  <a:lnTo>
                    <a:pt x="718185" y="0"/>
                  </a:lnTo>
                  <a:lnTo>
                    <a:pt x="2614168" y="0"/>
                  </a:lnTo>
                  <a:lnTo>
                    <a:pt x="3332353" y="1436370"/>
                  </a:lnTo>
                  <a:lnTo>
                    <a:pt x="2614168" y="2872740"/>
                  </a:lnTo>
                  <a:lnTo>
                    <a:pt x="718185" y="2872740"/>
                  </a:lnTo>
                  <a:close/>
                </a:path>
              </a:pathLst>
            </a:custGeom>
            <a:solidFill>
              <a:srgbClr val="42D0A2"/>
            </a:solidFill>
          </p:spPr>
          <p:txBody>
            <a:bodyPr/>
            <a:lstStyle/>
            <a:p>
              <a:endParaRPr lang="en-IN"/>
            </a:p>
          </p:txBody>
        </p:sp>
      </p:grpSp>
      <p:grpSp>
        <p:nvGrpSpPr>
          <p:cNvPr id="33" name="Group 33"/>
          <p:cNvGrpSpPr/>
          <p:nvPr/>
        </p:nvGrpSpPr>
        <p:grpSpPr>
          <a:xfrm>
            <a:off x="5707494" y="7849772"/>
            <a:ext cx="1077392" cy="928783"/>
            <a:chOff x="0" y="0"/>
            <a:chExt cx="1436522" cy="1238377"/>
          </a:xfrm>
        </p:grpSpPr>
        <p:sp>
          <p:nvSpPr>
            <p:cNvPr id="34" name="Freeform 34"/>
            <p:cNvSpPr/>
            <p:nvPr/>
          </p:nvSpPr>
          <p:spPr>
            <a:xfrm>
              <a:off x="0" y="0"/>
              <a:ext cx="1436497" cy="1238377"/>
            </a:xfrm>
            <a:custGeom>
              <a:avLst/>
              <a:gdLst/>
              <a:ahLst/>
              <a:cxnLst/>
              <a:rect l="l" t="t" r="r" b="b"/>
              <a:pathLst>
                <a:path w="1436497" h="1238377">
                  <a:moveTo>
                    <a:pt x="0" y="619252"/>
                  </a:moveTo>
                  <a:lnTo>
                    <a:pt x="309626" y="0"/>
                  </a:lnTo>
                  <a:lnTo>
                    <a:pt x="1126871" y="0"/>
                  </a:lnTo>
                  <a:lnTo>
                    <a:pt x="1436497" y="619252"/>
                  </a:lnTo>
                  <a:lnTo>
                    <a:pt x="1126871" y="1238377"/>
                  </a:lnTo>
                  <a:lnTo>
                    <a:pt x="309626" y="1238377"/>
                  </a:lnTo>
                  <a:close/>
                </a:path>
              </a:pathLst>
            </a:custGeom>
            <a:solidFill>
              <a:srgbClr val="42B051"/>
            </a:solidFill>
          </p:spPr>
          <p:txBody>
            <a:bodyPr/>
            <a:lstStyle/>
            <a:p>
              <a:endParaRPr lang="en-IN"/>
            </a:p>
          </p:txBody>
        </p:sp>
      </p:grpSp>
      <p:grpSp>
        <p:nvGrpSpPr>
          <p:cNvPr id="35" name="Group 35"/>
          <p:cNvGrpSpPr/>
          <p:nvPr/>
        </p:nvGrpSpPr>
        <p:grpSpPr>
          <a:xfrm>
            <a:off x="2756754" y="1651959"/>
            <a:ext cx="977417" cy="842601"/>
            <a:chOff x="0" y="0"/>
            <a:chExt cx="1303223" cy="1123467"/>
          </a:xfrm>
        </p:grpSpPr>
        <p:sp>
          <p:nvSpPr>
            <p:cNvPr id="36" name="Freeform 36"/>
            <p:cNvSpPr/>
            <p:nvPr/>
          </p:nvSpPr>
          <p:spPr>
            <a:xfrm>
              <a:off x="0" y="0"/>
              <a:ext cx="1303274" cy="1123442"/>
            </a:xfrm>
            <a:custGeom>
              <a:avLst/>
              <a:gdLst/>
              <a:ahLst/>
              <a:cxnLst/>
              <a:rect l="l" t="t" r="r" b="b"/>
              <a:pathLst>
                <a:path w="1303274" h="1123442">
                  <a:moveTo>
                    <a:pt x="0" y="561721"/>
                  </a:moveTo>
                  <a:lnTo>
                    <a:pt x="280924" y="0"/>
                  </a:lnTo>
                  <a:lnTo>
                    <a:pt x="1022350" y="0"/>
                  </a:lnTo>
                  <a:lnTo>
                    <a:pt x="1303274" y="561721"/>
                  </a:lnTo>
                  <a:lnTo>
                    <a:pt x="1022350" y="1123442"/>
                  </a:lnTo>
                  <a:lnTo>
                    <a:pt x="280924" y="1123442"/>
                  </a:lnTo>
                  <a:close/>
                </a:path>
              </a:pathLst>
            </a:custGeom>
            <a:solidFill>
              <a:srgbClr val="2E946B"/>
            </a:solidFill>
          </p:spPr>
          <p:txBody>
            <a:bodyPr/>
            <a:lstStyle/>
            <a:p>
              <a:endParaRPr lang="en-IN"/>
            </a:p>
          </p:txBody>
        </p:sp>
      </p:grpSp>
      <p:sp>
        <p:nvSpPr>
          <p:cNvPr id="37" name="TextBox 37"/>
          <p:cNvSpPr txBox="1"/>
          <p:nvPr/>
        </p:nvSpPr>
        <p:spPr>
          <a:xfrm>
            <a:off x="-1916678" y="5436860"/>
            <a:ext cx="14184878" cy="923330"/>
          </a:xfrm>
          <a:prstGeom prst="rect">
            <a:avLst/>
          </a:prstGeom>
        </p:spPr>
        <p:txBody>
          <a:bodyPr wrap="square" lIns="0" tIns="0" rIns="0" bIns="0" rtlCol="0" anchor="t">
            <a:spAutoFit/>
          </a:bodyPr>
          <a:lstStyle/>
          <a:p>
            <a:pPr algn="r">
              <a:lnSpc>
                <a:spcPts val="3600"/>
              </a:lnSpc>
            </a:pPr>
            <a:r>
              <a:rPr lang="en-US" sz="3000" dirty="0">
                <a:solidFill>
                  <a:srgbClr val="000000"/>
                </a:solidFill>
                <a:latin typeface="Trebuchet MS"/>
                <a:ea typeface="Trebuchet MS"/>
                <a:cs typeface="Trebuchet MS"/>
                <a:sym typeface="Trebuchet MS"/>
              </a:rPr>
              <a:t>     </a:t>
            </a:r>
            <a:r>
              <a:rPr lang="en-US" sz="3000" b="1" dirty="0">
                <a:solidFill>
                  <a:srgbClr val="000000"/>
                </a:solidFill>
                <a:latin typeface="Trebuchet MS"/>
                <a:ea typeface="Trebuchet MS"/>
                <a:cs typeface="Trebuchet MS"/>
                <a:sym typeface="Trebuchet MS"/>
              </a:rPr>
              <a:t>Student Name </a:t>
            </a:r>
            <a:r>
              <a:rPr lang="en-US" sz="3000" dirty="0">
                <a:solidFill>
                  <a:srgbClr val="000000"/>
                </a:solidFill>
                <a:latin typeface="Trebuchet MS"/>
                <a:ea typeface="Trebuchet MS"/>
                <a:cs typeface="Trebuchet MS"/>
                <a:sym typeface="Trebuchet MS"/>
              </a:rPr>
              <a:t>– Goutam Patil                                                       ,                                </a:t>
            </a:r>
          </a:p>
          <a:p>
            <a:pPr algn="r">
              <a:lnSpc>
                <a:spcPts val="3600"/>
              </a:lnSpc>
            </a:pPr>
            <a:r>
              <a:rPr lang="en-US" sz="3000" b="1" dirty="0">
                <a:solidFill>
                  <a:srgbClr val="000000"/>
                </a:solidFill>
                <a:latin typeface="Trebuchet MS"/>
                <a:ea typeface="Trebuchet MS"/>
                <a:cs typeface="Trebuchet MS"/>
                <a:sym typeface="Trebuchet MS"/>
              </a:rPr>
              <a:t>College Name- </a:t>
            </a:r>
            <a:r>
              <a:rPr lang="en-US" sz="3000" dirty="0">
                <a:solidFill>
                  <a:srgbClr val="000000"/>
                </a:solidFill>
                <a:latin typeface="Trebuchet MS"/>
                <a:ea typeface="Trebuchet MS"/>
                <a:cs typeface="Trebuchet MS"/>
                <a:sym typeface="Trebuchet MS"/>
              </a:rPr>
              <a:t>Bansal Institute of Research Science and Technology </a:t>
            </a:r>
          </a:p>
        </p:txBody>
      </p:sp>
      <p:grpSp>
        <p:nvGrpSpPr>
          <p:cNvPr id="39" name="Group 39"/>
          <p:cNvGrpSpPr/>
          <p:nvPr/>
        </p:nvGrpSpPr>
        <p:grpSpPr>
          <a:xfrm>
            <a:off x="1013936" y="9707880"/>
            <a:ext cx="3214688" cy="289560"/>
            <a:chOff x="0" y="0"/>
            <a:chExt cx="4286250" cy="386080"/>
          </a:xfrm>
        </p:grpSpPr>
        <p:sp>
          <p:nvSpPr>
            <p:cNvPr id="40" name="Freeform 40"/>
            <p:cNvSpPr/>
            <p:nvPr/>
          </p:nvSpPr>
          <p:spPr>
            <a:xfrm>
              <a:off x="0" y="0"/>
              <a:ext cx="4286250" cy="386080"/>
            </a:xfrm>
            <a:custGeom>
              <a:avLst/>
              <a:gdLst/>
              <a:ahLst/>
              <a:cxnLst/>
              <a:rect l="l" t="t" r="r" b="b"/>
              <a:pathLst>
                <a:path w="4286250" h="386080">
                  <a:moveTo>
                    <a:pt x="0" y="0"/>
                  </a:moveTo>
                  <a:lnTo>
                    <a:pt x="4286250" y="0"/>
                  </a:lnTo>
                  <a:lnTo>
                    <a:pt x="4286250" y="386080"/>
                  </a:lnTo>
                  <a:lnTo>
                    <a:pt x="0" y="386080"/>
                  </a:lnTo>
                  <a:lnTo>
                    <a:pt x="0" y="0"/>
                  </a:lnTo>
                  <a:close/>
                </a:path>
              </a:pathLst>
            </a:custGeom>
            <a:blipFill>
              <a:blip r:embed="rId3"/>
              <a:stretch>
                <a:fillRect t="-2518486" r="-135857"/>
              </a:stretch>
            </a:blipFill>
          </p:spPr>
          <p:txBody>
            <a:bodyPr/>
            <a:lstStyle/>
            <a:p>
              <a:endParaRPr lang="en-IN"/>
            </a:p>
          </p:txBody>
        </p:sp>
      </p:grpSp>
      <p:sp>
        <p:nvSpPr>
          <p:cNvPr id="41" name="TextBox 41"/>
          <p:cNvSpPr txBox="1"/>
          <p:nvPr/>
        </p:nvSpPr>
        <p:spPr>
          <a:xfrm>
            <a:off x="824078" y="6900901"/>
            <a:ext cx="5960789" cy="820738"/>
          </a:xfrm>
          <a:prstGeom prst="rect">
            <a:avLst/>
          </a:prstGeom>
        </p:spPr>
        <p:txBody>
          <a:bodyPr wrap="square" lIns="0" tIns="0" rIns="0" bIns="0" rtlCol="0" anchor="t">
            <a:spAutoFit/>
          </a:bodyPr>
          <a:lstStyle/>
          <a:p>
            <a:pPr>
              <a:lnSpc>
                <a:spcPts val="3240"/>
              </a:lnSpc>
            </a:pPr>
            <a:r>
              <a:rPr lang="en-US" sz="2700" b="1" dirty="0">
                <a:solidFill>
                  <a:srgbClr val="000000"/>
                </a:solidFill>
                <a:latin typeface="Trebuchet MS Bold"/>
                <a:ea typeface="Trebuchet MS Bold"/>
                <a:cs typeface="Trebuchet MS Bold"/>
                <a:sym typeface="Trebuchet MS Bold"/>
              </a:rPr>
              <a:t>AICTE STU ID : </a:t>
            </a:r>
            <a:r>
              <a:rPr lang="en-US" sz="2700" dirty="0">
                <a:solidFill>
                  <a:srgbClr val="000000"/>
                </a:solidFill>
                <a:latin typeface="Trebuchet MS Bold"/>
                <a:ea typeface="Trebuchet MS Bold"/>
                <a:cs typeface="Trebuchet MS Bold"/>
                <a:sym typeface="Trebuchet MS Bold"/>
              </a:rPr>
              <a:t>STU677e2b15c05e41736321813</a:t>
            </a:r>
          </a:p>
        </p:txBody>
      </p:sp>
      <p:sp>
        <p:nvSpPr>
          <p:cNvPr id="43" name="TextBox 42">
            <a:extLst>
              <a:ext uri="{FF2B5EF4-FFF2-40B4-BE49-F238E27FC236}">
                <a16:creationId xmlns:a16="http://schemas.microsoft.com/office/drawing/2014/main" id="{FC668733-B797-F7A2-AC8C-2899578F8F90}"/>
              </a:ext>
            </a:extLst>
          </p:cNvPr>
          <p:cNvSpPr txBox="1"/>
          <p:nvPr/>
        </p:nvSpPr>
        <p:spPr>
          <a:xfrm>
            <a:off x="824078" y="3803647"/>
            <a:ext cx="12423478" cy="1569660"/>
          </a:xfrm>
          <a:prstGeom prst="rect">
            <a:avLst/>
          </a:prstGeom>
          <a:noFill/>
        </p:spPr>
        <p:txBody>
          <a:bodyPr wrap="square">
            <a:spAutoFit/>
          </a:bodyPr>
          <a:lstStyle/>
          <a:p>
            <a:r>
              <a:rPr lang="en-US" sz="4800" dirty="0">
                <a:solidFill>
                  <a:srgbClr val="000000"/>
                </a:solidFill>
                <a:latin typeface="Trebuchet MS"/>
                <a:ea typeface="Trebuchet MS"/>
                <a:cs typeface="Trebuchet MS"/>
                <a:sym typeface="Trebuchet MS"/>
              </a:rPr>
              <a:t>Project Title -</a:t>
            </a:r>
            <a:r>
              <a:rPr lang="en-IN" sz="4800" dirty="0"/>
              <a:t>Seasonal Agriculture Performance Analysis </a:t>
            </a:r>
            <a:endParaRPr lang="en-US" sz="4800" dirty="0">
              <a:solidFill>
                <a:srgbClr val="000000"/>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4791360">
            <a:off x="9738484" y="5138738"/>
            <a:ext cx="10464870" cy="0"/>
          </a:xfrm>
          <a:prstGeom prst="line">
            <a:avLst/>
          </a:prstGeom>
          <a:ln w="9525" cap="rnd">
            <a:solidFill>
              <a:srgbClr val="5FCBEF"/>
            </a:solidFill>
            <a:prstDash val="solid"/>
            <a:headEnd type="none" w="sm" len="sm"/>
            <a:tailEnd type="none" w="sm" len="sm"/>
          </a:ln>
        </p:spPr>
        <p:txBody>
          <a:bodyPr/>
          <a:lstStyle/>
          <a:p>
            <a:endParaRPr lang="en-IN"/>
          </a:p>
        </p:txBody>
      </p:sp>
      <p:sp>
        <p:nvSpPr>
          <p:cNvPr id="3" name="AutoShape 3"/>
          <p:cNvSpPr/>
          <p:nvPr/>
        </p:nvSpPr>
        <p:spPr>
          <a:xfrm rot="8776560">
            <a:off x="10406482" y="7899797"/>
            <a:ext cx="8608171" cy="0"/>
          </a:xfrm>
          <a:prstGeom prst="line">
            <a:avLst/>
          </a:prstGeom>
          <a:ln w="9525" cap="rnd">
            <a:solidFill>
              <a:srgbClr val="5FCBEF"/>
            </a:solidFill>
            <a:prstDash val="solid"/>
            <a:headEnd type="none" w="sm" len="sm"/>
            <a:tailEnd type="none" w="sm" len="sm"/>
          </a:ln>
        </p:spPr>
        <p:txBody>
          <a:bodyPr/>
          <a:lstStyle/>
          <a:p>
            <a:endParaRPr lang="en-IN"/>
          </a:p>
        </p:txBody>
      </p:sp>
      <p:grpSp>
        <p:nvGrpSpPr>
          <p:cNvPr id="4" name="Group 4"/>
          <p:cNvGrpSpPr/>
          <p:nvPr/>
        </p:nvGrpSpPr>
        <p:grpSpPr>
          <a:xfrm>
            <a:off x="13772217" y="-12697"/>
            <a:ext cx="4511021" cy="10299697"/>
            <a:chOff x="0" y="0"/>
            <a:chExt cx="6014695" cy="13732929"/>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5FCBEF">
                <a:alpha val="12941"/>
              </a:srgbClr>
            </a:solidFill>
          </p:spPr>
          <p:txBody>
            <a:bodyPr/>
            <a:lstStyle/>
            <a:p>
              <a:endParaRPr lang="en-IN"/>
            </a:p>
          </p:txBody>
        </p:sp>
      </p:grpSp>
      <p:grpSp>
        <p:nvGrpSpPr>
          <p:cNvPr id="6" name="Group 6"/>
          <p:cNvGrpSpPr/>
          <p:nvPr/>
        </p:nvGrpSpPr>
        <p:grpSpPr>
          <a:xfrm>
            <a:off x="14405162" y="-12697"/>
            <a:ext cx="3882838" cy="10299697"/>
            <a:chOff x="0" y="0"/>
            <a:chExt cx="5177117" cy="13732929"/>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5FCBEF">
                <a:alpha val="3922"/>
              </a:srgbClr>
            </a:solidFill>
          </p:spPr>
          <p:txBody>
            <a:bodyPr/>
            <a:lstStyle/>
            <a:p>
              <a:endParaRPr lang="en-IN"/>
            </a:p>
          </p:txBody>
        </p:sp>
      </p:grpSp>
      <p:grpSp>
        <p:nvGrpSpPr>
          <p:cNvPr id="8" name="Group 8"/>
          <p:cNvGrpSpPr/>
          <p:nvPr/>
        </p:nvGrpSpPr>
        <p:grpSpPr>
          <a:xfrm>
            <a:off x="13398503" y="4572000"/>
            <a:ext cx="4889497" cy="5715000"/>
            <a:chOff x="0" y="0"/>
            <a:chExt cx="6519329"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7B0E4">
                <a:alpha val="43529"/>
              </a:srgbClr>
            </a:solidFill>
          </p:spPr>
          <p:txBody>
            <a:bodyPr/>
            <a:lstStyle/>
            <a:p>
              <a:endParaRPr lang="en-IN"/>
            </a:p>
          </p:txBody>
        </p:sp>
      </p:grpSp>
      <p:grpSp>
        <p:nvGrpSpPr>
          <p:cNvPr id="10" name="Group 10"/>
          <p:cNvGrpSpPr/>
          <p:nvPr/>
        </p:nvGrpSpPr>
        <p:grpSpPr>
          <a:xfrm>
            <a:off x="14001750" y="-12697"/>
            <a:ext cx="4281488" cy="10299697"/>
            <a:chOff x="0" y="0"/>
            <a:chExt cx="5708650" cy="13732929"/>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7B0E4">
                <a:alpha val="24706"/>
              </a:srgbClr>
            </a:solidFill>
          </p:spPr>
          <p:txBody>
            <a:bodyPr/>
            <a:lstStyle/>
            <a:p>
              <a:endParaRPr lang="en-IN"/>
            </a:p>
          </p:txBody>
        </p:sp>
      </p:grpSp>
      <p:grpSp>
        <p:nvGrpSpPr>
          <p:cNvPr id="12" name="Group 12"/>
          <p:cNvGrpSpPr/>
          <p:nvPr/>
        </p:nvGrpSpPr>
        <p:grpSpPr>
          <a:xfrm>
            <a:off x="16348091" y="-12697"/>
            <a:ext cx="1935137" cy="10299697"/>
            <a:chOff x="0" y="0"/>
            <a:chExt cx="2580183" cy="13732929"/>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E83C3">
                <a:alpha val="48627"/>
              </a:srgbClr>
            </a:solidFill>
          </p:spPr>
          <p:txBody>
            <a:bodyPr/>
            <a:lstStyle/>
            <a:p>
              <a:endParaRPr lang="en-IN"/>
            </a:p>
          </p:txBody>
        </p:sp>
      </p:grpSp>
      <p:grpSp>
        <p:nvGrpSpPr>
          <p:cNvPr id="14" name="Group 14"/>
          <p:cNvGrpSpPr/>
          <p:nvPr/>
        </p:nvGrpSpPr>
        <p:grpSpPr>
          <a:xfrm>
            <a:off x="16408498" y="-12697"/>
            <a:ext cx="1874739" cy="10299697"/>
            <a:chOff x="0" y="0"/>
            <a:chExt cx="2499652" cy="13732929"/>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236292">
                <a:alpha val="63922"/>
              </a:srgbClr>
            </a:solidFill>
          </p:spPr>
          <p:txBody>
            <a:bodyPr/>
            <a:lstStyle/>
            <a:p>
              <a:endParaRPr lang="en-IN"/>
            </a:p>
          </p:txBody>
        </p:sp>
      </p:grpSp>
      <p:grpSp>
        <p:nvGrpSpPr>
          <p:cNvPr id="16" name="Group 16"/>
          <p:cNvGrpSpPr/>
          <p:nvPr/>
        </p:nvGrpSpPr>
        <p:grpSpPr>
          <a:xfrm>
            <a:off x="15557497" y="5384797"/>
            <a:ext cx="2725741" cy="4902203"/>
            <a:chOff x="0" y="0"/>
            <a:chExt cx="3634321" cy="6536271"/>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7B0E4">
                <a:alpha val="43529"/>
              </a:srgbClr>
            </a:solidFill>
          </p:spPr>
          <p:txBody>
            <a:bodyPr/>
            <a:lstStyle/>
            <a:p>
              <a:endParaRPr lang="en-IN"/>
            </a:p>
          </p:txBody>
        </p:sp>
      </p:grpSp>
      <p:grpSp>
        <p:nvGrpSpPr>
          <p:cNvPr id="18" name="Group 18"/>
          <p:cNvGrpSpPr/>
          <p:nvPr/>
        </p:nvGrpSpPr>
        <p:grpSpPr>
          <a:xfrm>
            <a:off x="0" y="6019800"/>
            <a:ext cx="673103" cy="4267200"/>
            <a:chOff x="0" y="0"/>
            <a:chExt cx="897471"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5FCBEF">
                <a:alpha val="48627"/>
              </a:srgbClr>
            </a:solidFill>
          </p:spPr>
          <p:txBody>
            <a:bodyPr/>
            <a:lstStyle/>
            <a:p>
              <a:endParaRPr lang="en-IN"/>
            </a:p>
          </p:txBody>
        </p:sp>
      </p:grpSp>
      <p:grpSp>
        <p:nvGrpSpPr>
          <p:cNvPr id="20" name="Group 20"/>
          <p:cNvGrpSpPr/>
          <p:nvPr/>
        </p:nvGrpSpPr>
        <p:grpSpPr>
          <a:xfrm>
            <a:off x="990590" y="9568358"/>
            <a:ext cx="4114800" cy="547688"/>
            <a:chOff x="0" y="0"/>
            <a:chExt cx="5486400" cy="730250"/>
          </a:xfrm>
        </p:grpSpPr>
        <p:sp>
          <p:nvSpPr>
            <p:cNvPr id="21" name="Freeform 21"/>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2" name="TextBox 22"/>
            <p:cNvSpPr txBox="1"/>
            <p:nvPr/>
          </p:nvSpPr>
          <p:spPr>
            <a:xfrm>
              <a:off x="0" y="-9525"/>
              <a:ext cx="5486400" cy="739775"/>
            </a:xfrm>
            <a:prstGeom prst="rect">
              <a:avLst/>
            </a:prstGeom>
          </p:spPr>
          <p:txBody>
            <a:bodyPr lIns="0" tIns="0" rIns="0" bIns="0" rtlCol="0" anchor="ctr"/>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id="23" name="Group 23"/>
          <p:cNvGrpSpPr/>
          <p:nvPr/>
        </p:nvGrpSpPr>
        <p:grpSpPr>
          <a:xfrm>
            <a:off x="2168290" y="9568358"/>
            <a:ext cx="6172200" cy="547688"/>
            <a:chOff x="0" y="0"/>
            <a:chExt cx="8229600" cy="730250"/>
          </a:xfrm>
        </p:grpSpPr>
        <p:sp>
          <p:nvSpPr>
            <p:cNvPr id="24" name="Freeform 24"/>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2">
                <a:alphaModFix amt="0"/>
              </a:blip>
              <a:stretch>
                <a:fillRect t="-169587" b="-169587"/>
              </a:stretch>
            </a:blipFill>
          </p:spPr>
          <p:txBody>
            <a:bodyPr/>
            <a:lstStyle/>
            <a:p>
              <a:endParaRPr lang="en-IN"/>
            </a:p>
          </p:txBody>
        </p:sp>
        <p:sp>
          <p:nvSpPr>
            <p:cNvPr id="25" name="TextBox 25"/>
            <p:cNvSpPr txBox="1"/>
            <p:nvPr/>
          </p:nvSpPr>
          <p:spPr>
            <a:xfrm>
              <a:off x="0" y="-9525"/>
              <a:ext cx="8229600" cy="739775"/>
            </a:xfrm>
            <a:prstGeom prst="rect">
              <a:avLst/>
            </a:prstGeom>
          </p:spPr>
          <p:txBody>
            <a:bodyPr lIns="0" tIns="0" rIns="0" bIns="0" rtlCol="0" anchor="ctr"/>
            <a:lstStyle/>
            <a:p>
              <a:pPr algn="l">
                <a:lnSpc>
                  <a:spcPts val="1980"/>
                </a:lnSpc>
              </a:pPr>
              <a:r>
                <a:rPr lang="en-US" sz="1650" b="1">
                  <a:solidFill>
                    <a:srgbClr val="2E83C3"/>
                  </a:solidFill>
                  <a:latin typeface="Trebuchet MS Bold"/>
                  <a:ea typeface="Trebuchet MS Bold"/>
                  <a:cs typeface="Trebuchet MS Bold"/>
                  <a:sym typeface="Trebuchet MS Bold"/>
                </a:rPr>
                <a:t>Annual Review</a:t>
              </a:r>
            </a:p>
          </p:txBody>
        </p:sp>
      </p:grpSp>
      <p:grpSp>
        <p:nvGrpSpPr>
          <p:cNvPr id="26" name="Group 26"/>
          <p:cNvGrpSpPr/>
          <p:nvPr/>
        </p:nvGrpSpPr>
        <p:grpSpPr>
          <a:xfrm>
            <a:off x="13208003" y="9568358"/>
            <a:ext cx="4114800" cy="547688"/>
            <a:chOff x="0" y="0"/>
            <a:chExt cx="5486400" cy="730250"/>
          </a:xfrm>
        </p:grpSpPr>
        <p:sp>
          <p:nvSpPr>
            <p:cNvPr id="27" name="Freeform 2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8" name="TextBox 28"/>
            <p:cNvSpPr txBox="1"/>
            <p:nvPr/>
          </p:nvSpPr>
          <p:spPr>
            <a:xfrm>
              <a:off x="0" y="-9525"/>
              <a:ext cx="5486400" cy="739775"/>
            </a:xfrm>
            <a:prstGeom prst="rect">
              <a:avLst/>
            </a:prstGeom>
          </p:spPr>
          <p:txBody>
            <a:bodyPr lIns="0" tIns="0" rIns="0" bIns="0" rtlCol="0" anchor="ctr"/>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id="29" name="Group 29"/>
          <p:cNvGrpSpPr/>
          <p:nvPr/>
        </p:nvGrpSpPr>
        <p:grpSpPr>
          <a:xfrm>
            <a:off x="14031687" y="8045977"/>
            <a:ext cx="685800" cy="685800"/>
            <a:chOff x="0" y="0"/>
            <a:chExt cx="914400" cy="914400"/>
          </a:xfrm>
        </p:grpSpPr>
        <p:sp>
          <p:nvSpPr>
            <p:cNvPr id="30" name="Freeform 30"/>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solidFill>
              <a:srgbClr val="42B051"/>
            </a:solidFill>
          </p:spPr>
          <p:txBody>
            <a:bodyPr/>
            <a:lstStyle/>
            <a:p>
              <a:endParaRPr lang="en-IN"/>
            </a:p>
          </p:txBody>
        </p:sp>
      </p:grpSp>
      <p:grpSp>
        <p:nvGrpSpPr>
          <p:cNvPr id="31" name="Group 31"/>
          <p:cNvGrpSpPr/>
          <p:nvPr/>
        </p:nvGrpSpPr>
        <p:grpSpPr>
          <a:xfrm>
            <a:off x="10039188" y="2549833"/>
            <a:ext cx="479622" cy="479622"/>
            <a:chOff x="0" y="0"/>
            <a:chExt cx="639496" cy="639496"/>
          </a:xfrm>
        </p:grpSpPr>
        <p:sp>
          <p:nvSpPr>
            <p:cNvPr id="32" name="Freeform 32"/>
            <p:cNvSpPr/>
            <p:nvPr/>
          </p:nvSpPr>
          <p:spPr>
            <a:xfrm>
              <a:off x="0" y="0"/>
              <a:ext cx="639445" cy="639445"/>
            </a:xfrm>
            <a:custGeom>
              <a:avLst/>
              <a:gdLst/>
              <a:ahLst/>
              <a:cxnLst/>
              <a:rect l="l" t="t" r="r" b="b"/>
              <a:pathLst>
                <a:path w="639445" h="639445">
                  <a:moveTo>
                    <a:pt x="0" y="0"/>
                  </a:moveTo>
                  <a:lnTo>
                    <a:pt x="639445" y="0"/>
                  </a:lnTo>
                  <a:lnTo>
                    <a:pt x="639445" y="639445"/>
                  </a:lnTo>
                  <a:lnTo>
                    <a:pt x="0" y="639445"/>
                  </a:lnTo>
                  <a:close/>
                </a:path>
              </a:pathLst>
            </a:custGeom>
            <a:solidFill>
              <a:srgbClr val="2E83C3"/>
            </a:solidFill>
          </p:spPr>
          <p:txBody>
            <a:bodyPr/>
            <a:lstStyle/>
            <a:p>
              <a:endParaRPr lang="en-IN"/>
            </a:p>
          </p:txBody>
        </p:sp>
      </p:grpSp>
      <p:grpSp>
        <p:nvGrpSpPr>
          <p:cNvPr id="33" name="Group 33"/>
          <p:cNvGrpSpPr/>
          <p:nvPr/>
        </p:nvGrpSpPr>
        <p:grpSpPr>
          <a:xfrm>
            <a:off x="14031687" y="8846610"/>
            <a:ext cx="269967" cy="269967"/>
            <a:chOff x="0" y="0"/>
            <a:chExt cx="359956" cy="359956"/>
          </a:xfrm>
        </p:grpSpPr>
        <p:sp>
          <p:nvSpPr>
            <p:cNvPr id="34" name="Freeform 34"/>
            <p:cNvSpPr/>
            <p:nvPr/>
          </p:nvSpPr>
          <p:spPr>
            <a:xfrm>
              <a:off x="0" y="0"/>
              <a:ext cx="359918" cy="359918"/>
            </a:xfrm>
            <a:custGeom>
              <a:avLst/>
              <a:gdLst/>
              <a:ahLst/>
              <a:cxnLst/>
              <a:rect l="l" t="t" r="r" b="b"/>
              <a:pathLst>
                <a:path w="359918" h="359918">
                  <a:moveTo>
                    <a:pt x="0" y="0"/>
                  </a:moveTo>
                  <a:lnTo>
                    <a:pt x="359918" y="0"/>
                  </a:lnTo>
                  <a:lnTo>
                    <a:pt x="359918" y="359918"/>
                  </a:lnTo>
                  <a:lnTo>
                    <a:pt x="0" y="359918"/>
                  </a:lnTo>
                  <a:close/>
                </a:path>
              </a:pathLst>
            </a:custGeom>
            <a:solidFill>
              <a:srgbClr val="2E946B"/>
            </a:solidFill>
          </p:spPr>
          <p:txBody>
            <a:bodyPr/>
            <a:lstStyle/>
            <a:p>
              <a:endParaRPr lang="en-IN"/>
            </a:p>
          </p:txBody>
        </p:sp>
      </p:grpSp>
      <p:sp>
        <p:nvSpPr>
          <p:cNvPr id="35" name="TextBox 35"/>
          <p:cNvSpPr txBox="1"/>
          <p:nvPr/>
        </p:nvSpPr>
        <p:spPr>
          <a:xfrm>
            <a:off x="1661160" y="2916203"/>
            <a:ext cx="9464040" cy="6401753"/>
          </a:xfrm>
          <a:prstGeom prst="rect">
            <a:avLst/>
          </a:prstGeom>
        </p:spPr>
        <p:txBody>
          <a:bodyPr lIns="0" tIns="0" rIns="0" bIns="0" rtlCol="0" anchor="t">
            <a:spAutoFit/>
          </a:bodyPr>
          <a:lstStyle/>
          <a:p>
            <a:pPr marL="532066" lvl="1" indent="-266033">
              <a:buFont typeface="Arial"/>
              <a:buChar char="•"/>
            </a:pPr>
            <a:r>
              <a:rPr lang="en-IN" sz="32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analyse the given agricultural dataset and investigate seasonal differences in agricultural performance by identifying meaningful patterns, trends, relationships and variations within the available data. </a:t>
            </a:r>
            <a:endParaRPr lang="en-US" sz="2940" dirty="0">
              <a:solidFill>
                <a:srgbClr val="404040"/>
              </a:solidFill>
              <a:latin typeface="Trebuchet MS"/>
              <a:ea typeface="Trebuchet MS"/>
              <a:cs typeface="Trebuchet MS"/>
              <a:sym typeface="Trebuchet MS"/>
            </a:endParaRPr>
          </a:p>
        </p:txBody>
      </p:sp>
      <p:sp>
        <p:nvSpPr>
          <p:cNvPr id="36" name="TextBox 36"/>
          <p:cNvSpPr txBox="1"/>
          <p:nvPr/>
        </p:nvSpPr>
        <p:spPr>
          <a:xfrm>
            <a:off x="1223343" y="861822"/>
            <a:ext cx="10310527" cy="1103252"/>
          </a:xfrm>
          <a:prstGeom prst="rect">
            <a:avLst/>
          </a:prstGeom>
        </p:spPr>
        <p:txBody>
          <a:bodyPr lIns="0" tIns="0" rIns="0" bIns="0" rtlCol="0" anchor="t">
            <a:spAutoFit/>
          </a:bodyPr>
          <a:lstStyle/>
          <a:p>
            <a:pPr algn="l">
              <a:lnSpc>
                <a:spcPts val="7776"/>
              </a:lnSpc>
            </a:pPr>
            <a:r>
              <a:rPr lang="en-US" sz="6480" b="1">
                <a:solidFill>
                  <a:srgbClr val="000000"/>
                </a:solidFill>
                <a:latin typeface="Trebuchet MS Bold"/>
                <a:ea typeface="Trebuchet MS Bold"/>
                <a:cs typeface="Trebuchet MS Bold"/>
                <a:sym typeface="Trebuchet MS Bold"/>
              </a:rPr>
              <a:t>PROBLEM  STATEMENT</a:t>
            </a:r>
          </a:p>
        </p:txBody>
      </p:sp>
      <p:grpSp>
        <p:nvGrpSpPr>
          <p:cNvPr id="37" name="Group 37"/>
          <p:cNvGrpSpPr/>
          <p:nvPr/>
        </p:nvGrpSpPr>
        <p:grpSpPr>
          <a:xfrm>
            <a:off x="12059812" y="5087401"/>
            <a:ext cx="4141184" cy="4896612"/>
            <a:chOff x="217527" y="1314901"/>
            <a:chExt cx="5521579" cy="6528816"/>
          </a:xfrm>
        </p:grpSpPr>
        <p:sp>
          <p:nvSpPr>
            <p:cNvPr id="38" name="Freeform 38"/>
            <p:cNvSpPr/>
            <p:nvPr/>
          </p:nvSpPr>
          <p:spPr>
            <a:xfrm>
              <a:off x="217527" y="1314901"/>
              <a:ext cx="5521579" cy="6528816"/>
            </a:xfrm>
            <a:custGeom>
              <a:avLst/>
              <a:gdLst/>
              <a:ahLst/>
              <a:cxnLst/>
              <a:rect l="l" t="t" r="r" b="b"/>
              <a:pathLst>
                <a:path w="5521579" h="6528816">
                  <a:moveTo>
                    <a:pt x="0" y="0"/>
                  </a:moveTo>
                  <a:lnTo>
                    <a:pt x="5521579" y="0"/>
                  </a:lnTo>
                  <a:lnTo>
                    <a:pt x="5521579" y="6528816"/>
                  </a:lnTo>
                  <a:lnTo>
                    <a:pt x="0" y="6528816"/>
                  </a:lnTo>
                  <a:lnTo>
                    <a:pt x="0" y="0"/>
                  </a:lnTo>
                  <a:close/>
                </a:path>
              </a:pathLst>
            </a:custGeom>
            <a:blipFill>
              <a:blip r:embed="rId3"/>
              <a:stretch>
                <a:fillRect r="1"/>
              </a:stretch>
            </a:blipFill>
          </p:spPr>
          <p:txBody>
            <a:bodyPr/>
            <a:lstStyle/>
            <a:p>
              <a:endParaRPr lang="en-IN"/>
            </a:p>
          </p:txBody>
        </p:sp>
      </p:grpSp>
      <p:grpSp>
        <p:nvGrpSpPr>
          <p:cNvPr id="39" name="Group 39"/>
          <p:cNvGrpSpPr/>
          <p:nvPr/>
        </p:nvGrpSpPr>
        <p:grpSpPr>
          <a:xfrm>
            <a:off x="1013936" y="9707880"/>
            <a:ext cx="3214688" cy="289560"/>
            <a:chOff x="0" y="0"/>
            <a:chExt cx="4286250" cy="386080"/>
          </a:xfrm>
        </p:grpSpPr>
        <p:sp>
          <p:nvSpPr>
            <p:cNvPr id="40" name="Freeform 40"/>
            <p:cNvSpPr/>
            <p:nvPr/>
          </p:nvSpPr>
          <p:spPr>
            <a:xfrm>
              <a:off x="0" y="0"/>
              <a:ext cx="4286250" cy="386080"/>
            </a:xfrm>
            <a:custGeom>
              <a:avLst/>
              <a:gdLst/>
              <a:ahLst/>
              <a:cxnLst/>
              <a:rect l="l" t="t" r="r" b="b"/>
              <a:pathLst>
                <a:path w="4286250" h="386080">
                  <a:moveTo>
                    <a:pt x="0" y="0"/>
                  </a:moveTo>
                  <a:lnTo>
                    <a:pt x="4286250" y="0"/>
                  </a:lnTo>
                  <a:lnTo>
                    <a:pt x="4286250" y="386080"/>
                  </a:lnTo>
                  <a:lnTo>
                    <a:pt x="0" y="386080"/>
                  </a:lnTo>
                  <a:lnTo>
                    <a:pt x="0" y="0"/>
                  </a:lnTo>
                  <a:close/>
                </a:path>
              </a:pathLst>
            </a:custGeom>
            <a:blipFill>
              <a:blip r:embed="rId4"/>
              <a:stretch>
                <a:fillRect t="-2518486" r="-135857"/>
              </a:stretch>
            </a:blipFill>
          </p:spPr>
          <p:txBody>
            <a:bodyPr/>
            <a:lstStyle/>
            <a:p>
              <a:endParaRPr lang="en-IN"/>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AutoShape 2"/>
          <p:cNvSpPr/>
          <p:nvPr/>
        </p:nvSpPr>
        <p:spPr>
          <a:xfrm rot="4791360">
            <a:off x="9738484" y="5138738"/>
            <a:ext cx="10464870" cy="0"/>
          </a:xfrm>
          <a:prstGeom prst="line">
            <a:avLst/>
          </a:prstGeom>
          <a:ln w="9525" cap="rnd">
            <a:solidFill>
              <a:srgbClr val="5FCBEF"/>
            </a:solidFill>
            <a:prstDash val="solid"/>
            <a:headEnd type="none" w="sm" len="sm"/>
            <a:tailEnd type="none" w="sm" len="sm"/>
          </a:ln>
        </p:spPr>
        <p:txBody>
          <a:bodyPr/>
          <a:lstStyle/>
          <a:p>
            <a:endParaRPr lang="en-IN"/>
          </a:p>
        </p:txBody>
      </p:sp>
      <p:sp>
        <p:nvSpPr>
          <p:cNvPr id="3" name="AutoShape 3"/>
          <p:cNvSpPr/>
          <p:nvPr/>
        </p:nvSpPr>
        <p:spPr>
          <a:xfrm rot="8776560">
            <a:off x="10406482" y="7899797"/>
            <a:ext cx="8608171" cy="0"/>
          </a:xfrm>
          <a:prstGeom prst="line">
            <a:avLst/>
          </a:prstGeom>
          <a:ln w="9525" cap="rnd">
            <a:solidFill>
              <a:srgbClr val="5FCBEF"/>
            </a:solidFill>
            <a:prstDash val="solid"/>
            <a:headEnd type="none" w="sm" len="sm"/>
            <a:tailEnd type="none" w="sm" len="sm"/>
          </a:ln>
        </p:spPr>
        <p:txBody>
          <a:bodyPr/>
          <a:lstStyle/>
          <a:p>
            <a:endParaRPr lang="en-IN"/>
          </a:p>
        </p:txBody>
      </p:sp>
      <p:grpSp>
        <p:nvGrpSpPr>
          <p:cNvPr id="4" name="Group 4"/>
          <p:cNvGrpSpPr/>
          <p:nvPr/>
        </p:nvGrpSpPr>
        <p:grpSpPr>
          <a:xfrm>
            <a:off x="13772217" y="-12697"/>
            <a:ext cx="4511021" cy="10299697"/>
            <a:chOff x="0" y="0"/>
            <a:chExt cx="6014695" cy="13732929"/>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5FCBEF">
                <a:alpha val="12941"/>
              </a:srgbClr>
            </a:solidFill>
          </p:spPr>
          <p:txBody>
            <a:bodyPr/>
            <a:lstStyle/>
            <a:p>
              <a:endParaRPr lang="en-IN"/>
            </a:p>
          </p:txBody>
        </p:sp>
      </p:grpSp>
      <p:grpSp>
        <p:nvGrpSpPr>
          <p:cNvPr id="6" name="Group 6"/>
          <p:cNvGrpSpPr/>
          <p:nvPr/>
        </p:nvGrpSpPr>
        <p:grpSpPr>
          <a:xfrm>
            <a:off x="14405162" y="-12697"/>
            <a:ext cx="3882838" cy="10299697"/>
            <a:chOff x="0" y="0"/>
            <a:chExt cx="5177117" cy="13732929"/>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5FCBEF">
                <a:alpha val="3922"/>
              </a:srgbClr>
            </a:solidFill>
          </p:spPr>
          <p:txBody>
            <a:bodyPr/>
            <a:lstStyle/>
            <a:p>
              <a:endParaRPr lang="en-IN"/>
            </a:p>
          </p:txBody>
        </p:sp>
      </p:grpSp>
      <p:grpSp>
        <p:nvGrpSpPr>
          <p:cNvPr id="8" name="Group 8"/>
          <p:cNvGrpSpPr/>
          <p:nvPr/>
        </p:nvGrpSpPr>
        <p:grpSpPr>
          <a:xfrm>
            <a:off x="13398503" y="4572000"/>
            <a:ext cx="4889497" cy="5715000"/>
            <a:chOff x="0" y="0"/>
            <a:chExt cx="6519329"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7B0E4">
                <a:alpha val="43529"/>
              </a:srgbClr>
            </a:solidFill>
          </p:spPr>
          <p:txBody>
            <a:bodyPr/>
            <a:lstStyle/>
            <a:p>
              <a:endParaRPr lang="en-IN"/>
            </a:p>
          </p:txBody>
        </p:sp>
      </p:grpSp>
      <p:grpSp>
        <p:nvGrpSpPr>
          <p:cNvPr id="10" name="Group 10"/>
          <p:cNvGrpSpPr/>
          <p:nvPr/>
        </p:nvGrpSpPr>
        <p:grpSpPr>
          <a:xfrm>
            <a:off x="14001750" y="-12697"/>
            <a:ext cx="4281488" cy="10299697"/>
            <a:chOff x="0" y="0"/>
            <a:chExt cx="5708650" cy="13732929"/>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7B0E4">
                <a:alpha val="24706"/>
              </a:srgbClr>
            </a:solidFill>
          </p:spPr>
          <p:txBody>
            <a:bodyPr/>
            <a:lstStyle/>
            <a:p>
              <a:endParaRPr lang="en-IN"/>
            </a:p>
          </p:txBody>
        </p:sp>
      </p:grpSp>
      <p:grpSp>
        <p:nvGrpSpPr>
          <p:cNvPr id="12" name="Group 12"/>
          <p:cNvGrpSpPr/>
          <p:nvPr/>
        </p:nvGrpSpPr>
        <p:grpSpPr>
          <a:xfrm>
            <a:off x="16348091" y="-12697"/>
            <a:ext cx="1935137" cy="10299697"/>
            <a:chOff x="0" y="0"/>
            <a:chExt cx="2580183" cy="13732929"/>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E83C3">
                <a:alpha val="48627"/>
              </a:srgbClr>
            </a:solidFill>
          </p:spPr>
          <p:txBody>
            <a:bodyPr/>
            <a:lstStyle/>
            <a:p>
              <a:endParaRPr lang="en-IN"/>
            </a:p>
          </p:txBody>
        </p:sp>
      </p:grpSp>
      <p:grpSp>
        <p:nvGrpSpPr>
          <p:cNvPr id="14" name="Group 14"/>
          <p:cNvGrpSpPr/>
          <p:nvPr/>
        </p:nvGrpSpPr>
        <p:grpSpPr>
          <a:xfrm>
            <a:off x="16408498" y="-12697"/>
            <a:ext cx="1874739" cy="10299697"/>
            <a:chOff x="0" y="0"/>
            <a:chExt cx="2499652" cy="13732929"/>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236292">
                <a:alpha val="63922"/>
              </a:srgbClr>
            </a:solidFill>
          </p:spPr>
          <p:txBody>
            <a:bodyPr/>
            <a:lstStyle/>
            <a:p>
              <a:endParaRPr lang="en-IN"/>
            </a:p>
          </p:txBody>
        </p:sp>
      </p:grpSp>
      <p:grpSp>
        <p:nvGrpSpPr>
          <p:cNvPr id="16" name="Group 16"/>
          <p:cNvGrpSpPr/>
          <p:nvPr/>
        </p:nvGrpSpPr>
        <p:grpSpPr>
          <a:xfrm>
            <a:off x="15557497" y="5384797"/>
            <a:ext cx="2725741" cy="4902203"/>
            <a:chOff x="0" y="0"/>
            <a:chExt cx="3634321" cy="6536271"/>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7B0E4">
                <a:alpha val="43529"/>
              </a:srgbClr>
            </a:solidFill>
          </p:spPr>
          <p:txBody>
            <a:bodyPr/>
            <a:lstStyle/>
            <a:p>
              <a:endParaRPr lang="en-IN"/>
            </a:p>
          </p:txBody>
        </p:sp>
      </p:grpSp>
      <p:grpSp>
        <p:nvGrpSpPr>
          <p:cNvPr id="18" name="Group 18"/>
          <p:cNvGrpSpPr/>
          <p:nvPr/>
        </p:nvGrpSpPr>
        <p:grpSpPr>
          <a:xfrm>
            <a:off x="0" y="6019800"/>
            <a:ext cx="673103" cy="4267200"/>
            <a:chOff x="0" y="0"/>
            <a:chExt cx="897471"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5FCBEF">
                <a:alpha val="48627"/>
              </a:srgbClr>
            </a:solidFill>
          </p:spPr>
          <p:txBody>
            <a:bodyPr/>
            <a:lstStyle/>
            <a:p>
              <a:endParaRPr lang="en-IN"/>
            </a:p>
          </p:txBody>
        </p:sp>
      </p:grpSp>
      <p:grpSp>
        <p:nvGrpSpPr>
          <p:cNvPr id="20" name="Group 20"/>
          <p:cNvGrpSpPr/>
          <p:nvPr/>
        </p:nvGrpSpPr>
        <p:grpSpPr>
          <a:xfrm>
            <a:off x="990590" y="9568358"/>
            <a:ext cx="4114800" cy="547688"/>
            <a:chOff x="0" y="0"/>
            <a:chExt cx="5486400" cy="730250"/>
          </a:xfrm>
        </p:grpSpPr>
        <p:sp>
          <p:nvSpPr>
            <p:cNvPr id="21" name="Freeform 21"/>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2" name="TextBox 22"/>
            <p:cNvSpPr txBox="1"/>
            <p:nvPr/>
          </p:nvSpPr>
          <p:spPr>
            <a:xfrm>
              <a:off x="0" y="-9525"/>
              <a:ext cx="5486400" cy="739775"/>
            </a:xfrm>
            <a:prstGeom prst="rect">
              <a:avLst/>
            </a:prstGeom>
          </p:spPr>
          <p:txBody>
            <a:bodyPr lIns="0" tIns="0" rIns="0" bIns="0" rtlCol="0" anchor="ctr"/>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id="23" name="Group 23"/>
          <p:cNvGrpSpPr/>
          <p:nvPr/>
        </p:nvGrpSpPr>
        <p:grpSpPr>
          <a:xfrm>
            <a:off x="2168290" y="9568358"/>
            <a:ext cx="6172200" cy="547688"/>
            <a:chOff x="0" y="0"/>
            <a:chExt cx="8229600" cy="730250"/>
          </a:xfrm>
        </p:grpSpPr>
        <p:sp>
          <p:nvSpPr>
            <p:cNvPr id="24" name="Freeform 24"/>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2">
                <a:alphaModFix amt="0"/>
              </a:blip>
              <a:stretch>
                <a:fillRect t="-169587" b="-169587"/>
              </a:stretch>
            </a:blipFill>
          </p:spPr>
          <p:txBody>
            <a:bodyPr/>
            <a:lstStyle/>
            <a:p>
              <a:endParaRPr lang="en-IN"/>
            </a:p>
          </p:txBody>
        </p:sp>
        <p:sp>
          <p:nvSpPr>
            <p:cNvPr id="25" name="TextBox 25"/>
            <p:cNvSpPr txBox="1"/>
            <p:nvPr/>
          </p:nvSpPr>
          <p:spPr>
            <a:xfrm>
              <a:off x="0" y="-9525"/>
              <a:ext cx="8229600" cy="739775"/>
            </a:xfrm>
            <a:prstGeom prst="rect">
              <a:avLst/>
            </a:prstGeom>
          </p:spPr>
          <p:txBody>
            <a:bodyPr lIns="0" tIns="0" rIns="0" bIns="0" rtlCol="0" anchor="ctr"/>
            <a:lstStyle/>
            <a:p>
              <a:pPr algn="l">
                <a:lnSpc>
                  <a:spcPts val="1980"/>
                </a:lnSpc>
              </a:pPr>
              <a:r>
                <a:rPr lang="en-US" sz="1650" b="1">
                  <a:solidFill>
                    <a:srgbClr val="2E83C3"/>
                  </a:solidFill>
                  <a:latin typeface="Trebuchet MS Bold"/>
                  <a:ea typeface="Trebuchet MS Bold"/>
                  <a:cs typeface="Trebuchet MS Bold"/>
                  <a:sym typeface="Trebuchet MS Bold"/>
                </a:rPr>
                <a:t>Annual Review</a:t>
              </a:r>
            </a:p>
          </p:txBody>
        </p:sp>
      </p:grpSp>
      <p:grpSp>
        <p:nvGrpSpPr>
          <p:cNvPr id="26" name="Group 26"/>
          <p:cNvGrpSpPr/>
          <p:nvPr/>
        </p:nvGrpSpPr>
        <p:grpSpPr>
          <a:xfrm>
            <a:off x="13208003" y="9568358"/>
            <a:ext cx="4114800" cy="547688"/>
            <a:chOff x="0" y="0"/>
            <a:chExt cx="5486400" cy="730250"/>
          </a:xfrm>
        </p:grpSpPr>
        <p:sp>
          <p:nvSpPr>
            <p:cNvPr id="27" name="Freeform 2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8" name="TextBox 28"/>
            <p:cNvSpPr txBox="1"/>
            <p:nvPr/>
          </p:nvSpPr>
          <p:spPr>
            <a:xfrm>
              <a:off x="0" y="-9525"/>
              <a:ext cx="5486400" cy="739775"/>
            </a:xfrm>
            <a:prstGeom prst="rect">
              <a:avLst/>
            </a:prstGeom>
          </p:spPr>
          <p:txBody>
            <a:bodyPr lIns="0" tIns="0" rIns="0" bIns="0" rtlCol="0" anchor="ctr"/>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id="29" name="Group 29"/>
          <p:cNvGrpSpPr/>
          <p:nvPr/>
        </p:nvGrpSpPr>
        <p:grpSpPr>
          <a:xfrm>
            <a:off x="14031687" y="8045977"/>
            <a:ext cx="685800" cy="685800"/>
            <a:chOff x="0" y="0"/>
            <a:chExt cx="914400" cy="914400"/>
          </a:xfrm>
        </p:grpSpPr>
        <p:sp>
          <p:nvSpPr>
            <p:cNvPr id="30" name="Freeform 30"/>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solidFill>
              <a:srgbClr val="42B051"/>
            </a:solidFill>
          </p:spPr>
          <p:txBody>
            <a:bodyPr/>
            <a:lstStyle/>
            <a:p>
              <a:endParaRPr lang="en-IN"/>
            </a:p>
          </p:txBody>
        </p:sp>
      </p:grpSp>
      <p:grpSp>
        <p:nvGrpSpPr>
          <p:cNvPr id="31" name="Group 31"/>
          <p:cNvGrpSpPr/>
          <p:nvPr/>
        </p:nvGrpSpPr>
        <p:grpSpPr>
          <a:xfrm>
            <a:off x="10039188" y="2549833"/>
            <a:ext cx="479622" cy="479622"/>
            <a:chOff x="0" y="0"/>
            <a:chExt cx="639496" cy="639496"/>
          </a:xfrm>
        </p:grpSpPr>
        <p:sp>
          <p:nvSpPr>
            <p:cNvPr id="32" name="Freeform 32"/>
            <p:cNvSpPr/>
            <p:nvPr/>
          </p:nvSpPr>
          <p:spPr>
            <a:xfrm>
              <a:off x="0" y="0"/>
              <a:ext cx="639445" cy="639445"/>
            </a:xfrm>
            <a:custGeom>
              <a:avLst/>
              <a:gdLst/>
              <a:ahLst/>
              <a:cxnLst/>
              <a:rect l="l" t="t" r="r" b="b"/>
              <a:pathLst>
                <a:path w="639445" h="639445">
                  <a:moveTo>
                    <a:pt x="0" y="0"/>
                  </a:moveTo>
                  <a:lnTo>
                    <a:pt x="639445" y="0"/>
                  </a:lnTo>
                  <a:lnTo>
                    <a:pt x="639445" y="639445"/>
                  </a:lnTo>
                  <a:lnTo>
                    <a:pt x="0" y="639445"/>
                  </a:lnTo>
                  <a:close/>
                </a:path>
              </a:pathLst>
            </a:custGeom>
            <a:solidFill>
              <a:srgbClr val="2E83C3"/>
            </a:solidFill>
          </p:spPr>
          <p:txBody>
            <a:bodyPr/>
            <a:lstStyle/>
            <a:p>
              <a:endParaRPr lang="en-IN"/>
            </a:p>
          </p:txBody>
        </p:sp>
      </p:grpSp>
      <p:grpSp>
        <p:nvGrpSpPr>
          <p:cNvPr id="33" name="Group 33"/>
          <p:cNvGrpSpPr/>
          <p:nvPr/>
        </p:nvGrpSpPr>
        <p:grpSpPr>
          <a:xfrm>
            <a:off x="14031687" y="8846610"/>
            <a:ext cx="269967" cy="269967"/>
            <a:chOff x="0" y="0"/>
            <a:chExt cx="359956" cy="359956"/>
          </a:xfrm>
        </p:grpSpPr>
        <p:sp>
          <p:nvSpPr>
            <p:cNvPr id="34" name="Freeform 34"/>
            <p:cNvSpPr/>
            <p:nvPr/>
          </p:nvSpPr>
          <p:spPr>
            <a:xfrm>
              <a:off x="0" y="0"/>
              <a:ext cx="359918" cy="359918"/>
            </a:xfrm>
            <a:custGeom>
              <a:avLst/>
              <a:gdLst/>
              <a:ahLst/>
              <a:cxnLst/>
              <a:rect l="l" t="t" r="r" b="b"/>
              <a:pathLst>
                <a:path w="359918" h="359918">
                  <a:moveTo>
                    <a:pt x="0" y="0"/>
                  </a:moveTo>
                  <a:lnTo>
                    <a:pt x="359918" y="0"/>
                  </a:lnTo>
                  <a:lnTo>
                    <a:pt x="359918" y="359918"/>
                  </a:lnTo>
                  <a:lnTo>
                    <a:pt x="0" y="359918"/>
                  </a:lnTo>
                  <a:close/>
                </a:path>
              </a:pathLst>
            </a:custGeom>
            <a:solidFill>
              <a:srgbClr val="2E946B"/>
            </a:solidFill>
          </p:spPr>
          <p:txBody>
            <a:bodyPr/>
            <a:lstStyle/>
            <a:p>
              <a:endParaRPr lang="en-IN"/>
            </a:p>
          </p:txBody>
        </p:sp>
      </p:grpSp>
      <p:sp>
        <p:nvSpPr>
          <p:cNvPr id="35" name="TextBox 35"/>
          <p:cNvSpPr txBox="1"/>
          <p:nvPr/>
        </p:nvSpPr>
        <p:spPr>
          <a:xfrm>
            <a:off x="1082040" y="1244013"/>
            <a:ext cx="9738360" cy="8202245"/>
          </a:xfrm>
          <a:prstGeom prst="rect">
            <a:avLst/>
          </a:prstGeom>
        </p:spPr>
        <p:txBody>
          <a:bodyPr wrap="square" lIns="0" tIns="0" rIns="0" bIns="0" rtlCol="0" anchor="t">
            <a:spAutoFit/>
          </a:bodyPr>
          <a:lstStyle/>
          <a:p>
            <a:pPr algn="l">
              <a:lnSpc>
                <a:spcPts val="7776"/>
              </a:lnSpc>
            </a:pPr>
            <a:r>
              <a:rPr lang="en-US" sz="6600" b="1" dirty="0">
                <a:solidFill>
                  <a:srgbClr val="000000"/>
                </a:solidFill>
                <a:latin typeface="Trebuchet MS Bold"/>
                <a:ea typeface="Trebuchet MS Bold"/>
                <a:cs typeface="Trebuchet MS Bold"/>
                <a:sym typeface="Trebuchet MS Bold"/>
              </a:rPr>
              <a:t>Project Description</a:t>
            </a:r>
          </a:p>
          <a:p>
            <a:r>
              <a:rPr lang="en-IN" sz="3600" dirty="0"/>
              <a:t>My project is Seasonal Agriculture Performance Analysis. The main purpose of this project is to analyze agricultural data collected under different seasons, geographical areas, and farming conditions. We clean and prepare the dataset, perform exploratory data analysis, compare agricultural performance across seasons, and identify patterns, trends, relationships, and variations. We also analyse resource usage, environmental conditions, and economic outcomes. Finally, we visualize the findings and provide data-driven conclusions and recommendations that can support better seasonal agricultural planning.</a:t>
            </a:r>
            <a:endParaRPr lang="en-US" sz="3600" b="1" dirty="0">
              <a:solidFill>
                <a:srgbClr val="000000"/>
              </a:solidFill>
              <a:latin typeface="Trebuchet MS Bold"/>
              <a:ea typeface="Trebuchet MS Bold"/>
              <a:cs typeface="Trebuchet MS Bold"/>
              <a:sym typeface="Trebuchet MS Bold"/>
            </a:endParaRPr>
          </a:p>
        </p:txBody>
      </p:sp>
      <p:grpSp>
        <p:nvGrpSpPr>
          <p:cNvPr id="41" name="Group 36">
            <a:extLst>
              <a:ext uri="{FF2B5EF4-FFF2-40B4-BE49-F238E27FC236}">
                <a16:creationId xmlns:a16="http://schemas.microsoft.com/office/drawing/2014/main" id="{ED5A0A5A-D9D7-7612-43CC-751085400BDA}"/>
              </a:ext>
            </a:extLst>
          </p:cNvPr>
          <p:cNvGrpSpPr/>
          <p:nvPr/>
        </p:nvGrpSpPr>
        <p:grpSpPr>
          <a:xfrm>
            <a:off x="902664" y="9415532"/>
            <a:ext cx="3271838" cy="728662"/>
            <a:chOff x="0" y="0"/>
            <a:chExt cx="4362450" cy="971550"/>
          </a:xfrm>
        </p:grpSpPr>
        <p:sp>
          <p:nvSpPr>
            <p:cNvPr id="42" name="Freeform 37">
              <a:extLst>
                <a:ext uri="{FF2B5EF4-FFF2-40B4-BE49-F238E27FC236}">
                  <a16:creationId xmlns:a16="http://schemas.microsoft.com/office/drawing/2014/main" id="{039C9371-96F0-28C2-DBA4-000CFC4694E7}"/>
                </a:ext>
              </a:extLst>
            </p:cNvPr>
            <p:cNvSpPr/>
            <p:nvPr/>
          </p:nvSpPr>
          <p:spPr>
            <a:xfrm>
              <a:off x="0" y="0"/>
              <a:ext cx="4362450" cy="971550"/>
            </a:xfrm>
            <a:custGeom>
              <a:avLst/>
              <a:gdLst/>
              <a:ahLst/>
              <a:cxnLst/>
              <a:rect l="l" t="t" r="r" b="b"/>
              <a:pathLst>
                <a:path w="4362450" h="971550">
                  <a:moveTo>
                    <a:pt x="0" y="0"/>
                  </a:moveTo>
                  <a:lnTo>
                    <a:pt x="4362450" y="0"/>
                  </a:lnTo>
                  <a:lnTo>
                    <a:pt x="4362450" y="971550"/>
                  </a:lnTo>
                  <a:lnTo>
                    <a:pt x="0" y="971550"/>
                  </a:lnTo>
                  <a:lnTo>
                    <a:pt x="0" y="0"/>
                  </a:lnTo>
                  <a:close/>
                </a:path>
              </a:pathLst>
            </a:custGeom>
            <a:blipFill>
              <a:blip r:embed="rId3"/>
              <a:stretch>
                <a:fillRect/>
              </a:stretch>
            </a:blipFill>
          </p:spPr>
          <p:txBody>
            <a:bodyPr/>
            <a:lstStyle/>
            <a:p>
              <a:endParaRPr lang="en-IN"/>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4791360">
            <a:off x="9738484" y="5138738"/>
            <a:ext cx="10464870" cy="0"/>
          </a:xfrm>
          <a:prstGeom prst="line">
            <a:avLst/>
          </a:prstGeom>
          <a:ln w="9525" cap="rnd">
            <a:solidFill>
              <a:srgbClr val="5FCBEF"/>
            </a:solidFill>
            <a:prstDash val="solid"/>
            <a:headEnd type="none" w="sm" len="sm"/>
            <a:tailEnd type="none" w="sm" len="sm"/>
          </a:ln>
        </p:spPr>
        <p:txBody>
          <a:bodyPr/>
          <a:lstStyle/>
          <a:p>
            <a:endParaRPr lang="en-IN"/>
          </a:p>
        </p:txBody>
      </p:sp>
      <p:sp>
        <p:nvSpPr>
          <p:cNvPr id="3" name="AutoShape 3"/>
          <p:cNvSpPr/>
          <p:nvPr/>
        </p:nvSpPr>
        <p:spPr>
          <a:xfrm rot="8776560">
            <a:off x="10406482" y="7899797"/>
            <a:ext cx="8608171" cy="0"/>
          </a:xfrm>
          <a:prstGeom prst="line">
            <a:avLst/>
          </a:prstGeom>
          <a:ln w="9525" cap="rnd">
            <a:solidFill>
              <a:srgbClr val="5FCBEF"/>
            </a:solidFill>
            <a:prstDash val="solid"/>
            <a:headEnd type="none" w="sm" len="sm"/>
            <a:tailEnd type="none" w="sm" len="sm"/>
          </a:ln>
        </p:spPr>
        <p:txBody>
          <a:bodyPr/>
          <a:lstStyle/>
          <a:p>
            <a:endParaRPr lang="en-IN"/>
          </a:p>
        </p:txBody>
      </p:sp>
      <p:grpSp>
        <p:nvGrpSpPr>
          <p:cNvPr id="4" name="Group 4"/>
          <p:cNvGrpSpPr/>
          <p:nvPr/>
        </p:nvGrpSpPr>
        <p:grpSpPr>
          <a:xfrm>
            <a:off x="13772217" y="-12697"/>
            <a:ext cx="4511021" cy="10299697"/>
            <a:chOff x="0" y="0"/>
            <a:chExt cx="6014695" cy="13732929"/>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5FCBEF">
                <a:alpha val="12941"/>
              </a:srgbClr>
            </a:solidFill>
          </p:spPr>
          <p:txBody>
            <a:bodyPr/>
            <a:lstStyle/>
            <a:p>
              <a:endParaRPr lang="en-IN"/>
            </a:p>
          </p:txBody>
        </p:sp>
      </p:grpSp>
      <p:grpSp>
        <p:nvGrpSpPr>
          <p:cNvPr id="6" name="Group 6"/>
          <p:cNvGrpSpPr/>
          <p:nvPr/>
        </p:nvGrpSpPr>
        <p:grpSpPr>
          <a:xfrm>
            <a:off x="14405162" y="-12697"/>
            <a:ext cx="3882838" cy="10299697"/>
            <a:chOff x="0" y="0"/>
            <a:chExt cx="5177117" cy="13732929"/>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5FCBEF">
                <a:alpha val="3922"/>
              </a:srgbClr>
            </a:solidFill>
          </p:spPr>
          <p:txBody>
            <a:bodyPr/>
            <a:lstStyle/>
            <a:p>
              <a:endParaRPr lang="en-IN"/>
            </a:p>
          </p:txBody>
        </p:sp>
      </p:grpSp>
      <p:grpSp>
        <p:nvGrpSpPr>
          <p:cNvPr id="8" name="Group 8"/>
          <p:cNvGrpSpPr/>
          <p:nvPr/>
        </p:nvGrpSpPr>
        <p:grpSpPr>
          <a:xfrm>
            <a:off x="13398503" y="4572000"/>
            <a:ext cx="4889497" cy="5715000"/>
            <a:chOff x="0" y="0"/>
            <a:chExt cx="6519329"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7B0E4">
                <a:alpha val="43529"/>
              </a:srgbClr>
            </a:solidFill>
          </p:spPr>
          <p:txBody>
            <a:bodyPr/>
            <a:lstStyle/>
            <a:p>
              <a:endParaRPr lang="en-IN"/>
            </a:p>
          </p:txBody>
        </p:sp>
      </p:grpSp>
      <p:grpSp>
        <p:nvGrpSpPr>
          <p:cNvPr id="10" name="Group 10"/>
          <p:cNvGrpSpPr/>
          <p:nvPr/>
        </p:nvGrpSpPr>
        <p:grpSpPr>
          <a:xfrm>
            <a:off x="14001750" y="-12697"/>
            <a:ext cx="4281488" cy="10299697"/>
            <a:chOff x="0" y="0"/>
            <a:chExt cx="5708650" cy="13732929"/>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7B0E4">
                <a:alpha val="24706"/>
              </a:srgbClr>
            </a:solidFill>
          </p:spPr>
          <p:txBody>
            <a:bodyPr/>
            <a:lstStyle/>
            <a:p>
              <a:endParaRPr lang="en-IN"/>
            </a:p>
          </p:txBody>
        </p:sp>
      </p:grpSp>
      <p:grpSp>
        <p:nvGrpSpPr>
          <p:cNvPr id="12" name="Group 12"/>
          <p:cNvGrpSpPr/>
          <p:nvPr/>
        </p:nvGrpSpPr>
        <p:grpSpPr>
          <a:xfrm>
            <a:off x="16348091" y="-12697"/>
            <a:ext cx="1935137" cy="10299697"/>
            <a:chOff x="0" y="0"/>
            <a:chExt cx="2580183" cy="13732929"/>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E83C3">
                <a:alpha val="48627"/>
              </a:srgbClr>
            </a:solidFill>
          </p:spPr>
          <p:txBody>
            <a:bodyPr/>
            <a:lstStyle/>
            <a:p>
              <a:endParaRPr lang="en-IN"/>
            </a:p>
          </p:txBody>
        </p:sp>
      </p:grpSp>
      <p:grpSp>
        <p:nvGrpSpPr>
          <p:cNvPr id="14" name="Group 14"/>
          <p:cNvGrpSpPr/>
          <p:nvPr/>
        </p:nvGrpSpPr>
        <p:grpSpPr>
          <a:xfrm>
            <a:off x="16408498" y="-12697"/>
            <a:ext cx="1874739" cy="10299697"/>
            <a:chOff x="0" y="0"/>
            <a:chExt cx="2499652" cy="13732929"/>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236292">
                <a:alpha val="63922"/>
              </a:srgbClr>
            </a:solidFill>
          </p:spPr>
          <p:txBody>
            <a:bodyPr/>
            <a:lstStyle/>
            <a:p>
              <a:endParaRPr lang="en-IN"/>
            </a:p>
          </p:txBody>
        </p:sp>
      </p:grpSp>
      <p:grpSp>
        <p:nvGrpSpPr>
          <p:cNvPr id="16" name="Group 16"/>
          <p:cNvGrpSpPr/>
          <p:nvPr/>
        </p:nvGrpSpPr>
        <p:grpSpPr>
          <a:xfrm>
            <a:off x="15557497" y="5384797"/>
            <a:ext cx="2725741" cy="4902203"/>
            <a:chOff x="0" y="0"/>
            <a:chExt cx="3634321" cy="6536271"/>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7B0E4">
                <a:alpha val="43529"/>
              </a:srgbClr>
            </a:solidFill>
          </p:spPr>
          <p:txBody>
            <a:bodyPr/>
            <a:lstStyle/>
            <a:p>
              <a:endParaRPr lang="en-IN"/>
            </a:p>
          </p:txBody>
        </p:sp>
      </p:grpSp>
      <p:grpSp>
        <p:nvGrpSpPr>
          <p:cNvPr id="18" name="Group 18"/>
          <p:cNvGrpSpPr/>
          <p:nvPr/>
        </p:nvGrpSpPr>
        <p:grpSpPr>
          <a:xfrm>
            <a:off x="0" y="6019800"/>
            <a:ext cx="673103" cy="4267200"/>
            <a:chOff x="0" y="0"/>
            <a:chExt cx="897471"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5FCBEF">
                <a:alpha val="48627"/>
              </a:srgbClr>
            </a:solidFill>
          </p:spPr>
          <p:txBody>
            <a:bodyPr/>
            <a:lstStyle/>
            <a:p>
              <a:endParaRPr lang="en-IN"/>
            </a:p>
          </p:txBody>
        </p:sp>
      </p:grpSp>
      <p:grpSp>
        <p:nvGrpSpPr>
          <p:cNvPr id="20" name="Group 20"/>
          <p:cNvGrpSpPr/>
          <p:nvPr/>
        </p:nvGrpSpPr>
        <p:grpSpPr>
          <a:xfrm>
            <a:off x="990590" y="9568358"/>
            <a:ext cx="4114800" cy="547688"/>
            <a:chOff x="0" y="0"/>
            <a:chExt cx="5486400" cy="730250"/>
          </a:xfrm>
        </p:grpSpPr>
        <p:sp>
          <p:nvSpPr>
            <p:cNvPr id="21" name="Freeform 21"/>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2" name="TextBox 22"/>
            <p:cNvSpPr txBox="1"/>
            <p:nvPr/>
          </p:nvSpPr>
          <p:spPr>
            <a:xfrm>
              <a:off x="0" y="-9525"/>
              <a:ext cx="5486400" cy="739775"/>
            </a:xfrm>
            <a:prstGeom prst="rect">
              <a:avLst/>
            </a:prstGeom>
          </p:spPr>
          <p:txBody>
            <a:bodyPr lIns="0" tIns="0" rIns="0" bIns="0" rtlCol="0" anchor="ctr"/>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id="23" name="Group 23"/>
          <p:cNvGrpSpPr/>
          <p:nvPr/>
        </p:nvGrpSpPr>
        <p:grpSpPr>
          <a:xfrm>
            <a:off x="2168290" y="9568358"/>
            <a:ext cx="6172200" cy="547688"/>
            <a:chOff x="0" y="0"/>
            <a:chExt cx="8229600" cy="730250"/>
          </a:xfrm>
        </p:grpSpPr>
        <p:sp>
          <p:nvSpPr>
            <p:cNvPr id="24" name="Freeform 24"/>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2">
                <a:alphaModFix amt="0"/>
              </a:blip>
              <a:stretch>
                <a:fillRect t="-169587" b="-169587"/>
              </a:stretch>
            </a:blipFill>
          </p:spPr>
          <p:txBody>
            <a:bodyPr/>
            <a:lstStyle/>
            <a:p>
              <a:endParaRPr lang="en-IN"/>
            </a:p>
          </p:txBody>
        </p:sp>
        <p:sp>
          <p:nvSpPr>
            <p:cNvPr id="25" name="TextBox 25"/>
            <p:cNvSpPr txBox="1"/>
            <p:nvPr/>
          </p:nvSpPr>
          <p:spPr>
            <a:xfrm>
              <a:off x="0" y="-9525"/>
              <a:ext cx="8229600" cy="739775"/>
            </a:xfrm>
            <a:prstGeom prst="rect">
              <a:avLst/>
            </a:prstGeom>
          </p:spPr>
          <p:txBody>
            <a:bodyPr lIns="0" tIns="0" rIns="0" bIns="0" rtlCol="0" anchor="ctr"/>
            <a:lstStyle/>
            <a:p>
              <a:pPr algn="l">
                <a:lnSpc>
                  <a:spcPts val="1980"/>
                </a:lnSpc>
              </a:pPr>
              <a:r>
                <a:rPr lang="en-US" sz="1650" b="1">
                  <a:solidFill>
                    <a:srgbClr val="2E83C3"/>
                  </a:solidFill>
                  <a:latin typeface="Trebuchet MS Bold"/>
                  <a:ea typeface="Trebuchet MS Bold"/>
                  <a:cs typeface="Trebuchet MS Bold"/>
                  <a:sym typeface="Trebuchet MS Bold"/>
                </a:rPr>
                <a:t>Annual Review</a:t>
              </a:r>
            </a:p>
          </p:txBody>
        </p:sp>
      </p:grpSp>
      <p:grpSp>
        <p:nvGrpSpPr>
          <p:cNvPr id="26" name="Group 26"/>
          <p:cNvGrpSpPr/>
          <p:nvPr/>
        </p:nvGrpSpPr>
        <p:grpSpPr>
          <a:xfrm>
            <a:off x="13208003" y="9568358"/>
            <a:ext cx="4114800" cy="547688"/>
            <a:chOff x="0" y="0"/>
            <a:chExt cx="5486400" cy="730250"/>
          </a:xfrm>
        </p:grpSpPr>
        <p:sp>
          <p:nvSpPr>
            <p:cNvPr id="27" name="Freeform 2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8" name="TextBox 28"/>
            <p:cNvSpPr txBox="1"/>
            <p:nvPr/>
          </p:nvSpPr>
          <p:spPr>
            <a:xfrm>
              <a:off x="0" y="-9525"/>
              <a:ext cx="5486400" cy="739775"/>
            </a:xfrm>
            <a:prstGeom prst="rect">
              <a:avLst/>
            </a:prstGeom>
          </p:spPr>
          <p:txBody>
            <a:bodyPr lIns="0" tIns="0" rIns="0" bIns="0" rtlCol="0" anchor="ctr"/>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id="29" name="Group 29"/>
          <p:cNvGrpSpPr/>
          <p:nvPr/>
        </p:nvGrpSpPr>
        <p:grpSpPr>
          <a:xfrm>
            <a:off x="14031687" y="8045977"/>
            <a:ext cx="685800" cy="685800"/>
            <a:chOff x="0" y="0"/>
            <a:chExt cx="914400" cy="914400"/>
          </a:xfrm>
        </p:grpSpPr>
        <p:sp>
          <p:nvSpPr>
            <p:cNvPr id="30" name="Freeform 30"/>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solidFill>
              <a:srgbClr val="42B051"/>
            </a:solidFill>
          </p:spPr>
          <p:txBody>
            <a:bodyPr/>
            <a:lstStyle/>
            <a:p>
              <a:endParaRPr lang="en-IN"/>
            </a:p>
          </p:txBody>
        </p:sp>
      </p:grpSp>
      <p:grpSp>
        <p:nvGrpSpPr>
          <p:cNvPr id="31" name="Group 31"/>
          <p:cNvGrpSpPr/>
          <p:nvPr/>
        </p:nvGrpSpPr>
        <p:grpSpPr>
          <a:xfrm>
            <a:off x="10039188" y="2549833"/>
            <a:ext cx="479622" cy="479622"/>
            <a:chOff x="0" y="0"/>
            <a:chExt cx="639496" cy="639496"/>
          </a:xfrm>
        </p:grpSpPr>
        <p:sp>
          <p:nvSpPr>
            <p:cNvPr id="32" name="Freeform 32"/>
            <p:cNvSpPr/>
            <p:nvPr/>
          </p:nvSpPr>
          <p:spPr>
            <a:xfrm>
              <a:off x="0" y="0"/>
              <a:ext cx="639445" cy="639445"/>
            </a:xfrm>
            <a:custGeom>
              <a:avLst/>
              <a:gdLst/>
              <a:ahLst/>
              <a:cxnLst/>
              <a:rect l="l" t="t" r="r" b="b"/>
              <a:pathLst>
                <a:path w="639445" h="639445">
                  <a:moveTo>
                    <a:pt x="0" y="0"/>
                  </a:moveTo>
                  <a:lnTo>
                    <a:pt x="639445" y="0"/>
                  </a:lnTo>
                  <a:lnTo>
                    <a:pt x="639445" y="639445"/>
                  </a:lnTo>
                  <a:lnTo>
                    <a:pt x="0" y="639445"/>
                  </a:lnTo>
                  <a:close/>
                </a:path>
              </a:pathLst>
            </a:custGeom>
            <a:solidFill>
              <a:srgbClr val="2E83C3"/>
            </a:solidFill>
          </p:spPr>
          <p:txBody>
            <a:bodyPr/>
            <a:lstStyle/>
            <a:p>
              <a:endParaRPr lang="en-IN"/>
            </a:p>
          </p:txBody>
        </p:sp>
      </p:grpSp>
      <p:grpSp>
        <p:nvGrpSpPr>
          <p:cNvPr id="33" name="Group 33"/>
          <p:cNvGrpSpPr/>
          <p:nvPr/>
        </p:nvGrpSpPr>
        <p:grpSpPr>
          <a:xfrm>
            <a:off x="14031687" y="8846610"/>
            <a:ext cx="269967" cy="269967"/>
            <a:chOff x="0" y="0"/>
            <a:chExt cx="359956" cy="359956"/>
          </a:xfrm>
        </p:grpSpPr>
        <p:sp>
          <p:nvSpPr>
            <p:cNvPr id="34" name="Freeform 34"/>
            <p:cNvSpPr/>
            <p:nvPr/>
          </p:nvSpPr>
          <p:spPr>
            <a:xfrm>
              <a:off x="0" y="0"/>
              <a:ext cx="359918" cy="359918"/>
            </a:xfrm>
            <a:custGeom>
              <a:avLst/>
              <a:gdLst/>
              <a:ahLst/>
              <a:cxnLst/>
              <a:rect l="l" t="t" r="r" b="b"/>
              <a:pathLst>
                <a:path w="359918" h="359918">
                  <a:moveTo>
                    <a:pt x="0" y="0"/>
                  </a:moveTo>
                  <a:lnTo>
                    <a:pt x="359918" y="0"/>
                  </a:lnTo>
                  <a:lnTo>
                    <a:pt x="359918" y="359918"/>
                  </a:lnTo>
                  <a:lnTo>
                    <a:pt x="0" y="359918"/>
                  </a:lnTo>
                  <a:close/>
                </a:path>
              </a:pathLst>
            </a:custGeom>
            <a:solidFill>
              <a:srgbClr val="2E946B"/>
            </a:solidFill>
          </p:spPr>
          <p:txBody>
            <a:bodyPr/>
            <a:lstStyle/>
            <a:p>
              <a:endParaRPr lang="en-IN"/>
            </a:p>
          </p:txBody>
        </p:sp>
      </p:grpSp>
      <p:sp>
        <p:nvSpPr>
          <p:cNvPr id="35" name="TextBox 35"/>
          <p:cNvSpPr txBox="1"/>
          <p:nvPr/>
        </p:nvSpPr>
        <p:spPr>
          <a:xfrm>
            <a:off x="1021451" y="1351121"/>
            <a:ext cx="14886222" cy="1122045"/>
          </a:xfrm>
          <a:prstGeom prst="rect">
            <a:avLst/>
          </a:prstGeom>
        </p:spPr>
        <p:txBody>
          <a:bodyPr lIns="0" tIns="0" rIns="0" bIns="0" rtlCol="0" anchor="t">
            <a:spAutoFit/>
          </a:bodyPr>
          <a:lstStyle/>
          <a:p>
            <a:pPr algn="l">
              <a:lnSpc>
                <a:spcPts val="5759"/>
              </a:lnSpc>
            </a:pPr>
            <a:r>
              <a:rPr lang="en-US" sz="4800" b="1" dirty="0">
                <a:solidFill>
                  <a:srgbClr val="000000"/>
                </a:solidFill>
                <a:latin typeface="Trebuchet MS Bold"/>
                <a:ea typeface="Trebuchet MS Bold"/>
                <a:cs typeface="Trebuchet MS Bold"/>
                <a:sym typeface="Trebuchet MS Bold"/>
              </a:rPr>
              <a:t>WHO ARE THE END USERS?</a:t>
            </a:r>
          </a:p>
        </p:txBody>
      </p:sp>
      <p:grpSp>
        <p:nvGrpSpPr>
          <p:cNvPr id="36" name="Group 36"/>
          <p:cNvGrpSpPr/>
          <p:nvPr/>
        </p:nvGrpSpPr>
        <p:grpSpPr>
          <a:xfrm>
            <a:off x="863631" y="9213974"/>
            <a:ext cx="3271838" cy="728662"/>
            <a:chOff x="0" y="0"/>
            <a:chExt cx="4362450" cy="971550"/>
          </a:xfrm>
        </p:grpSpPr>
        <p:sp>
          <p:nvSpPr>
            <p:cNvPr id="37" name="Freeform 37"/>
            <p:cNvSpPr/>
            <p:nvPr/>
          </p:nvSpPr>
          <p:spPr>
            <a:xfrm>
              <a:off x="0" y="0"/>
              <a:ext cx="4362450" cy="971550"/>
            </a:xfrm>
            <a:custGeom>
              <a:avLst/>
              <a:gdLst/>
              <a:ahLst/>
              <a:cxnLst/>
              <a:rect l="l" t="t" r="r" b="b"/>
              <a:pathLst>
                <a:path w="4362450" h="971550">
                  <a:moveTo>
                    <a:pt x="0" y="0"/>
                  </a:moveTo>
                  <a:lnTo>
                    <a:pt x="4362450" y="0"/>
                  </a:lnTo>
                  <a:lnTo>
                    <a:pt x="4362450" y="971550"/>
                  </a:lnTo>
                  <a:lnTo>
                    <a:pt x="0" y="971550"/>
                  </a:lnTo>
                  <a:lnTo>
                    <a:pt x="0" y="0"/>
                  </a:lnTo>
                  <a:close/>
                </a:path>
              </a:pathLst>
            </a:custGeom>
            <a:blipFill>
              <a:blip r:embed="rId3"/>
              <a:stretch>
                <a:fillRect/>
              </a:stretch>
            </a:blipFill>
          </p:spPr>
          <p:txBody>
            <a:bodyPr/>
            <a:lstStyle/>
            <a:p>
              <a:endParaRPr lang="en-IN"/>
            </a:p>
          </p:txBody>
        </p:sp>
      </p:grpSp>
      <p:sp>
        <p:nvSpPr>
          <p:cNvPr id="38" name="TextBox 37">
            <a:extLst>
              <a:ext uri="{FF2B5EF4-FFF2-40B4-BE49-F238E27FC236}">
                <a16:creationId xmlns:a16="http://schemas.microsoft.com/office/drawing/2014/main" id="{8452411E-5A2E-3471-6C1F-820B8A81CFE9}"/>
              </a:ext>
            </a:extLst>
          </p:cNvPr>
          <p:cNvSpPr txBox="1"/>
          <p:nvPr/>
        </p:nvSpPr>
        <p:spPr>
          <a:xfrm>
            <a:off x="1028924" y="2473166"/>
            <a:ext cx="12456797" cy="6986528"/>
          </a:xfrm>
          <a:prstGeom prst="rect">
            <a:avLst/>
          </a:prstGeom>
          <a:noFill/>
        </p:spPr>
        <p:txBody>
          <a:bodyPr wrap="square" rtlCol="0">
            <a:spAutoFit/>
          </a:bodyPr>
          <a:lstStyle/>
          <a:p>
            <a:r>
              <a:rPr lang="en-IN" sz="3200" b="1" dirty="0"/>
              <a:t>Seasonal Agriculture Performance Analysis</a:t>
            </a:r>
            <a:r>
              <a:rPr lang="en-IN" sz="3200" dirty="0"/>
              <a:t> project, the main </a:t>
            </a:r>
            <a:r>
              <a:rPr lang="en-IN" sz="3200" b="1" dirty="0"/>
              <a:t>end users</a:t>
            </a:r>
            <a:r>
              <a:rPr lang="en-IN" sz="3200" dirty="0"/>
              <a:t> can be:</a:t>
            </a:r>
          </a:p>
          <a:p>
            <a:pPr marL="457200" lvl="0" indent="-457200">
              <a:buFont typeface="Arial" panose="020B0604020202020204" pitchFamily="34" charset="0"/>
              <a:buChar char="•"/>
            </a:pPr>
            <a:r>
              <a:rPr lang="en-IN" sz="3200" b="1" dirty="0"/>
              <a:t>Farmers</a:t>
            </a:r>
            <a:r>
              <a:rPr lang="en-IN" sz="3200" dirty="0"/>
              <a:t> – To understand seasonal patterns and make better farming decisions. </a:t>
            </a:r>
          </a:p>
          <a:p>
            <a:pPr marL="457200" lvl="0" indent="-457200">
              <a:buFont typeface="Arial" panose="020B0604020202020204" pitchFamily="34" charset="0"/>
              <a:buChar char="•"/>
            </a:pPr>
            <a:r>
              <a:rPr lang="en-IN" sz="3200" b="1" dirty="0"/>
              <a:t>Agricultural planners</a:t>
            </a:r>
            <a:r>
              <a:rPr lang="en-IN" sz="3200" dirty="0"/>
              <a:t> – To use seasonal performance data for agricultural planning. </a:t>
            </a:r>
          </a:p>
          <a:p>
            <a:pPr marL="457200" lvl="0" indent="-457200">
              <a:buFont typeface="Arial" panose="020B0604020202020204" pitchFamily="34" charset="0"/>
              <a:buChar char="•"/>
            </a:pPr>
            <a:r>
              <a:rPr lang="en-IN" sz="3200" b="1" dirty="0"/>
              <a:t>Agricultural organizations/departments</a:t>
            </a:r>
            <a:r>
              <a:rPr lang="en-IN" sz="3200" dirty="0"/>
              <a:t> – To study regional and seasonal agricultural trends. </a:t>
            </a:r>
          </a:p>
          <a:p>
            <a:pPr marL="457200" lvl="0" indent="-457200">
              <a:buFont typeface="Arial" panose="020B0604020202020204" pitchFamily="34" charset="0"/>
              <a:buChar char="•"/>
            </a:pPr>
            <a:r>
              <a:rPr lang="en-IN" sz="3200" b="1" dirty="0"/>
              <a:t>Researchers and data analysts</a:t>
            </a:r>
            <a:r>
              <a:rPr lang="en-IN" sz="3200" dirty="0"/>
              <a:t> – To analyze relationships between environmental conditions, resources, and agricultural outcomes. </a:t>
            </a:r>
          </a:p>
          <a:p>
            <a:pPr marL="457200" lvl="0" indent="-457200">
              <a:buFont typeface="Arial" panose="020B0604020202020204" pitchFamily="34" charset="0"/>
              <a:buChar char="•"/>
            </a:pPr>
            <a:r>
              <a:rPr lang="en-IN" sz="3200" b="1" dirty="0"/>
              <a:t>Policy makers</a:t>
            </a:r>
            <a:r>
              <a:rPr lang="en-IN" sz="3200" dirty="0"/>
              <a:t> – To use data-driven insights for agricultural policies and planning. </a:t>
            </a:r>
          </a:p>
          <a:p>
            <a:pPr marL="457200" lvl="0" indent="-457200">
              <a:buFont typeface="Arial" panose="020B0604020202020204" pitchFamily="34" charset="0"/>
              <a:buChar char="•"/>
            </a:pPr>
            <a:r>
              <a:rPr lang="en-IN" sz="3200" b="1" dirty="0"/>
              <a:t>Agribusinesses</a:t>
            </a:r>
            <a:r>
              <a:rPr lang="en-IN" sz="3200" dirty="0"/>
              <a:t> – To understand seasonal production and economic patterns</a:t>
            </a:r>
            <a:r>
              <a:rPr lang="en-IN" sz="280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AutoShape 2"/>
          <p:cNvSpPr/>
          <p:nvPr/>
        </p:nvSpPr>
        <p:spPr>
          <a:xfrm rot="4791360">
            <a:off x="9738484" y="5138738"/>
            <a:ext cx="10464870" cy="0"/>
          </a:xfrm>
          <a:prstGeom prst="line">
            <a:avLst/>
          </a:prstGeom>
          <a:ln w="9525" cap="rnd">
            <a:solidFill>
              <a:srgbClr val="5FCBEF"/>
            </a:solidFill>
            <a:prstDash val="solid"/>
            <a:headEnd type="none" w="sm" len="sm"/>
            <a:tailEnd type="none" w="sm" len="sm"/>
          </a:ln>
        </p:spPr>
        <p:txBody>
          <a:bodyPr/>
          <a:lstStyle/>
          <a:p>
            <a:endParaRPr lang="en-IN"/>
          </a:p>
        </p:txBody>
      </p:sp>
      <p:sp>
        <p:nvSpPr>
          <p:cNvPr id="3" name="AutoShape 3"/>
          <p:cNvSpPr/>
          <p:nvPr/>
        </p:nvSpPr>
        <p:spPr>
          <a:xfrm rot="8776560">
            <a:off x="10406482" y="7899797"/>
            <a:ext cx="8608171" cy="0"/>
          </a:xfrm>
          <a:prstGeom prst="line">
            <a:avLst/>
          </a:prstGeom>
          <a:ln w="9525" cap="rnd">
            <a:solidFill>
              <a:srgbClr val="5FCBEF"/>
            </a:solidFill>
            <a:prstDash val="solid"/>
            <a:headEnd type="none" w="sm" len="sm"/>
            <a:tailEnd type="none" w="sm" len="sm"/>
          </a:ln>
        </p:spPr>
        <p:txBody>
          <a:bodyPr/>
          <a:lstStyle/>
          <a:p>
            <a:endParaRPr lang="en-IN"/>
          </a:p>
        </p:txBody>
      </p:sp>
      <p:grpSp>
        <p:nvGrpSpPr>
          <p:cNvPr id="4" name="Group 4"/>
          <p:cNvGrpSpPr/>
          <p:nvPr/>
        </p:nvGrpSpPr>
        <p:grpSpPr>
          <a:xfrm>
            <a:off x="13772217" y="-12697"/>
            <a:ext cx="4511021" cy="10299697"/>
            <a:chOff x="0" y="0"/>
            <a:chExt cx="6014695" cy="13732929"/>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5FCBEF">
                <a:alpha val="12941"/>
              </a:srgbClr>
            </a:solidFill>
          </p:spPr>
          <p:txBody>
            <a:bodyPr/>
            <a:lstStyle/>
            <a:p>
              <a:endParaRPr lang="en-IN"/>
            </a:p>
          </p:txBody>
        </p:sp>
      </p:grpSp>
      <p:grpSp>
        <p:nvGrpSpPr>
          <p:cNvPr id="6" name="Group 6"/>
          <p:cNvGrpSpPr/>
          <p:nvPr/>
        </p:nvGrpSpPr>
        <p:grpSpPr>
          <a:xfrm>
            <a:off x="14405162" y="-12697"/>
            <a:ext cx="3882838" cy="10299697"/>
            <a:chOff x="0" y="0"/>
            <a:chExt cx="5177117" cy="13732929"/>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5FCBEF">
                <a:alpha val="3922"/>
              </a:srgbClr>
            </a:solidFill>
          </p:spPr>
          <p:txBody>
            <a:bodyPr/>
            <a:lstStyle/>
            <a:p>
              <a:endParaRPr lang="en-IN"/>
            </a:p>
          </p:txBody>
        </p:sp>
      </p:grpSp>
      <p:grpSp>
        <p:nvGrpSpPr>
          <p:cNvPr id="8" name="Group 8"/>
          <p:cNvGrpSpPr/>
          <p:nvPr/>
        </p:nvGrpSpPr>
        <p:grpSpPr>
          <a:xfrm>
            <a:off x="13398503" y="4572000"/>
            <a:ext cx="4889497" cy="5715000"/>
            <a:chOff x="0" y="0"/>
            <a:chExt cx="6519329"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7B0E4">
                <a:alpha val="43529"/>
              </a:srgbClr>
            </a:solidFill>
          </p:spPr>
          <p:txBody>
            <a:bodyPr/>
            <a:lstStyle/>
            <a:p>
              <a:endParaRPr lang="en-IN"/>
            </a:p>
          </p:txBody>
        </p:sp>
      </p:grpSp>
      <p:grpSp>
        <p:nvGrpSpPr>
          <p:cNvPr id="10" name="Group 10"/>
          <p:cNvGrpSpPr/>
          <p:nvPr/>
        </p:nvGrpSpPr>
        <p:grpSpPr>
          <a:xfrm>
            <a:off x="14001750" y="-12697"/>
            <a:ext cx="4281488" cy="10299697"/>
            <a:chOff x="0" y="0"/>
            <a:chExt cx="5708650" cy="13732929"/>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7B0E4">
                <a:alpha val="24706"/>
              </a:srgbClr>
            </a:solidFill>
          </p:spPr>
          <p:txBody>
            <a:bodyPr/>
            <a:lstStyle/>
            <a:p>
              <a:endParaRPr lang="en-IN"/>
            </a:p>
          </p:txBody>
        </p:sp>
      </p:grpSp>
      <p:grpSp>
        <p:nvGrpSpPr>
          <p:cNvPr id="12" name="Group 12"/>
          <p:cNvGrpSpPr/>
          <p:nvPr/>
        </p:nvGrpSpPr>
        <p:grpSpPr>
          <a:xfrm>
            <a:off x="16348091" y="-12697"/>
            <a:ext cx="1935137" cy="10299697"/>
            <a:chOff x="0" y="0"/>
            <a:chExt cx="2580183" cy="13732929"/>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E83C3">
                <a:alpha val="48627"/>
              </a:srgbClr>
            </a:solidFill>
          </p:spPr>
          <p:txBody>
            <a:bodyPr/>
            <a:lstStyle/>
            <a:p>
              <a:endParaRPr lang="en-IN"/>
            </a:p>
          </p:txBody>
        </p:sp>
      </p:grpSp>
      <p:grpSp>
        <p:nvGrpSpPr>
          <p:cNvPr id="14" name="Group 14"/>
          <p:cNvGrpSpPr/>
          <p:nvPr/>
        </p:nvGrpSpPr>
        <p:grpSpPr>
          <a:xfrm>
            <a:off x="16408498" y="-12697"/>
            <a:ext cx="1874739" cy="10299697"/>
            <a:chOff x="0" y="0"/>
            <a:chExt cx="2499652" cy="13732929"/>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236292">
                <a:alpha val="63922"/>
              </a:srgbClr>
            </a:solidFill>
          </p:spPr>
          <p:txBody>
            <a:bodyPr/>
            <a:lstStyle/>
            <a:p>
              <a:endParaRPr lang="en-IN"/>
            </a:p>
          </p:txBody>
        </p:sp>
      </p:grpSp>
      <p:grpSp>
        <p:nvGrpSpPr>
          <p:cNvPr id="16" name="Group 16"/>
          <p:cNvGrpSpPr/>
          <p:nvPr/>
        </p:nvGrpSpPr>
        <p:grpSpPr>
          <a:xfrm>
            <a:off x="15557497" y="5384797"/>
            <a:ext cx="2725741" cy="4902203"/>
            <a:chOff x="0" y="0"/>
            <a:chExt cx="3634321" cy="6536271"/>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7B0E4">
                <a:alpha val="43529"/>
              </a:srgbClr>
            </a:solidFill>
          </p:spPr>
          <p:txBody>
            <a:bodyPr/>
            <a:lstStyle/>
            <a:p>
              <a:endParaRPr lang="en-IN"/>
            </a:p>
          </p:txBody>
        </p:sp>
      </p:grpSp>
      <p:grpSp>
        <p:nvGrpSpPr>
          <p:cNvPr id="18" name="Group 18"/>
          <p:cNvGrpSpPr/>
          <p:nvPr/>
        </p:nvGrpSpPr>
        <p:grpSpPr>
          <a:xfrm>
            <a:off x="0" y="6019800"/>
            <a:ext cx="673103" cy="4267200"/>
            <a:chOff x="0" y="0"/>
            <a:chExt cx="897471"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5FCBEF">
                <a:alpha val="48627"/>
              </a:srgbClr>
            </a:solidFill>
          </p:spPr>
          <p:txBody>
            <a:bodyPr/>
            <a:lstStyle/>
            <a:p>
              <a:endParaRPr lang="en-IN"/>
            </a:p>
          </p:txBody>
        </p:sp>
      </p:grpSp>
      <p:grpSp>
        <p:nvGrpSpPr>
          <p:cNvPr id="20" name="Group 20"/>
          <p:cNvGrpSpPr/>
          <p:nvPr/>
        </p:nvGrpSpPr>
        <p:grpSpPr>
          <a:xfrm>
            <a:off x="990590" y="9568358"/>
            <a:ext cx="4114800" cy="547688"/>
            <a:chOff x="0" y="0"/>
            <a:chExt cx="5486400" cy="730250"/>
          </a:xfrm>
        </p:grpSpPr>
        <p:sp>
          <p:nvSpPr>
            <p:cNvPr id="21" name="Freeform 21"/>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3">
                <a:alphaModFix amt="0"/>
              </a:blip>
              <a:stretch>
                <a:fillRect t="-96391" b="-96391"/>
              </a:stretch>
            </a:blipFill>
          </p:spPr>
          <p:txBody>
            <a:bodyPr/>
            <a:lstStyle/>
            <a:p>
              <a:endParaRPr lang="en-IN"/>
            </a:p>
          </p:txBody>
        </p:sp>
        <p:sp>
          <p:nvSpPr>
            <p:cNvPr id="22" name="TextBox 22"/>
            <p:cNvSpPr txBox="1"/>
            <p:nvPr/>
          </p:nvSpPr>
          <p:spPr>
            <a:xfrm>
              <a:off x="0" y="-9525"/>
              <a:ext cx="5486400" cy="739775"/>
            </a:xfrm>
            <a:prstGeom prst="rect">
              <a:avLst/>
            </a:prstGeom>
          </p:spPr>
          <p:txBody>
            <a:bodyPr lIns="0" tIns="0" rIns="0" bIns="0" rtlCol="0" anchor="ctr"/>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id="23" name="Group 23"/>
          <p:cNvGrpSpPr/>
          <p:nvPr/>
        </p:nvGrpSpPr>
        <p:grpSpPr>
          <a:xfrm>
            <a:off x="2168290" y="9568358"/>
            <a:ext cx="6172200" cy="547688"/>
            <a:chOff x="0" y="0"/>
            <a:chExt cx="8229600" cy="730250"/>
          </a:xfrm>
        </p:grpSpPr>
        <p:sp>
          <p:nvSpPr>
            <p:cNvPr id="24" name="Freeform 24"/>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3">
                <a:alphaModFix amt="0"/>
              </a:blip>
              <a:stretch>
                <a:fillRect t="-169587" b="-169587"/>
              </a:stretch>
            </a:blipFill>
          </p:spPr>
          <p:txBody>
            <a:bodyPr/>
            <a:lstStyle/>
            <a:p>
              <a:endParaRPr lang="en-IN"/>
            </a:p>
          </p:txBody>
        </p:sp>
        <p:sp>
          <p:nvSpPr>
            <p:cNvPr id="25" name="TextBox 25"/>
            <p:cNvSpPr txBox="1"/>
            <p:nvPr/>
          </p:nvSpPr>
          <p:spPr>
            <a:xfrm>
              <a:off x="0" y="-9525"/>
              <a:ext cx="8229600" cy="739775"/>
            </a:xfrm>
            <a:prstGeom prst="rect">
              <a:avLst/>
            </a:prstGeom>
          </p:spPr>
          <p:txBody>
            <a:bodyPr lIns="0" tIns="0" rIns="0" bIns="0" rtlCol="0" anchor="ctr"/>
            <a:lstStyle/>
            <a:p>
              <a:pPr algn="l">
                <a:lnSpc>
                  <a:spcPts val="1980"/>
                </a:lnSpc>
              </a:pPr>
              <a:r>
                <a:rPr lang="en-US" sz="1650" b="1">
                  <a:solidFill>
                    <a:srgbClr val="2E83C3"/>
                  </a:solidFill>
                  <a:latin typeface="Trebuchet MS Bold"/>
                  <a:ea typeface="Trebuchet MS Bold"/>
                  <a:cs typeface="Trebuchet MS Bold"/>
                  <a:sym typeface="Trebuchet MS Bold"/>
                </a:rPr>
                <a:t>Annual Review</a:t>
              </a:r>
            </a:p>
          </p:txBody>
        </p:sp>
      </p:grpSp>
      <p:grpSp>
        <p:nvGrpSpPr>
          <p:cNvPr id="26" name="Group 26"/>
          <p:cNvGrpSpPr/>
          <p:nvPr/>
        </p:nvGrpSpPr>
        <p:grpSpPr>
          <a:xfrm>
            <a:off x="13208003" y="9568358"/>
            <a:ext cx="4114800" cy="547688"/>
            <a:chOff x="0" y="0"/>
            <a:chExt cx="5486400" cy="730250"/>
          </a:xfrm>
        </p:grpSpPr>
        <p:sp>
          <p:nvSpPr>
            <p:cNvPr id="27" name="Freeform 2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3">
                <a:alphaModFix amt="0"/>
              </a:blip>
              <a:stretch>
                <a:fillRect t="-96391" b="-96391"/>
              </a:stretch>
            </a:blipFill>
          </p:spPr>
          <p:txBody>
            <a:bodyPr/>
            <a:lstStyle/>
            <a:p>
              <a:endParaRPr lang="en-IN"/>
            </a:p>
          </p:txBody>
        </p:sp>
        <p:sp>
          <p:nvSpPr>
            <p:cNvPr id="28" name="TextBox 28"/>
            <p:cNvSpPr txBox="1"/>
            <p:nvPr/>
          </p:nvSpPr>
          <p:spPr>
            <a:xfrm>
              <a:off x="0" y="-9525"/>
              <a:ext cx="5486400" cy="739775"/>
            </a:xfrm>
            <a:prstGeom prst="rect">
              <a:avLst/>
            </a:prstGeom>
          </p:spPr>
          <p:txBody>
            <a:bodyPr lIns="0" tIns="0" rIns="0" bIns="0" rtlCol="0" anchor="ctr"/>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id="29" name="Group 29"/>
          <p:cNvGrpSpPr/>
          <p:nvPr/>
        </p:nvGrpSpPr>
        <p:grpSpPr>
          <a:xfrm>
            <a:off x="11044238" y="664893"/>
            <a:ext cx="542925" cy="542925"/>
            <a:chOff x="0" y="0"/>
            <a:chExt cx="723900" cy="723900"/>
          </a:xfrm>
        </p:grpSpPr>
        <p:sp>
          <p:nvSpPr>
            <p:cNvPr id="30" name="Freeform 30"/>
            <p:cNvSpPr/>
            <p:nvPr/>
          </p:nvSpPr>
          <p:spPr>
            <a:xfrm>
              <a:off x="0" y="0"/>
              <a:ext cx="723900" cy="723900"/>
            </a:xfrm>
            <a:custGeom>
              <a:avLst/>
              <a:gdLst/>
              <a:ahLst/>
              <a:cxnLst/>
              <a:rect l="l" t="t" r="r" b="b"/>
              <a:pathLst>
                <a:path w="723900" h="723900">
                  <a:moveTo>
                    <a:pt x="0" y="361950"/>
                  </a:moveTo>
                  <a:cubicBezTo>
                    <a:pt x="0" y="162052"/>
                    <a:pt x="162052" y="0"/>
                    <a:pt x="361950" y="0"/>
                  </a:cubicBezTo>
                  <a:cubicBezTo>
                    <a:pt x="561848" y="0"/>
                    <a:pt x="723900" y="162052"/>
                    <a:pt x="723900" y="361950"/>
                  </a:cubicBezTo>
                  <a:cubicBezTo>
                    <a:pt x="723900" y="561848"/>
                    <a:pt x="561848" y="723900"/>
                    <a:pt x="361950" y="723900"/>
                  </a:cubicBezTo>
                  <a:cubicBezTo>
                    <a:pt x="162052" y="723900"/>
                    <a:pt x="0" y="561848"/>
                    <a:pt x="0" y="361950"/>
                  </a:cubicBezTo>
                  <a:close/>
                </a:path>
              </a:pathLst>
            </a:custGeom>
            <a:solidFill>
              <a:srgbClr val="EBEBEB"/>
            </a:solidFill>
          </p:spPr>
          <p:txBody>
            <a:bodyPr/>
            <a:lstStyle/>
            <a:p>
              <a:endParaRPr lang="en-IN"/>
            </a:p>
          </p:txBody>
        </p:sp>
      </p:grpSp>
      <p:grpSp>
        <p:nvGrpSpPr>
          <p:cNvPr id="31" name="Group 31"/>
          <p:cNvGrpSpPr/>
          <p:nvPr/>
        </p:nvGrpSpPr>
        <p:grpSpPr>
          <a:xfrm>
            <a:off x="16510873" y="8408994"/>
            <a:ext cx="981342" cy="981342"/>
            <a:chOff x="0" y="0"/>
            <a:chExt cx="1308456" cy="1308456"/>
          </a:xfrm>
        </p:grpSpPr>
        <p:sp>
          <p:nvSpPr>
            <p:cNvPr id="32" name="Freeform 32"/>
            <p:cNvSpPr/>
            <p:nvPr/>
          </p:nvSpPr>
          <p:spPr>
            <a:xfrm>
              <a:off x="0" y="0"/>
              <a:ext cx="1308354" cy="1308354"/>
            </a:xfrm>
            <a:custGeom>
              <a:avLst/>
              <a:gdLst/>
              <a:ahLst/>
              <a:cxnLst/>
              <a:rect l="l" t="t" r="r" b="b"/>
              <a:pathLst>
                <a:path w="1308354" h="1308354">
                  <a:moveTo>
                    <a:pt x="0" y="654177"/>
                  </a:moveTo>
                  <a:cubicBezTo>
                    <a:pt x="0" y="292862"/>
                    <a:pt x="292862" y="0"/>
                    <a:pt x="654177" y="0"/>
                  </a:cubicBezTo>
                  <a:cubicBezTo>
                    <a:pt x="1015492" y="0"/>
                    <a:pt x="1308354" y="292862"/>
                    <a:pt x="1308354" y="654177"/>
                  </a:cubicBezTo>
                  <a:cubicBezTo>
                    <a:pt x="1308354" y="1015492"/>
                    <a:pt x="1015492" y="1308354"/>
                    <a:pt x="654177" y="1308354"/>
                  </a:cubicBezTo>
                  <a:cubicBezTo>
                    <a:pt x="292862" y="1308354"/>
                    <a:pt x="0" y="1015492"/>
                    <a:pt x="0" y="654177"/>
                  </a:cubicBezTo>
                  <a:close/>
                </a:path>
              </a:pathLst>
            </a:custGeom>
            <a:solidFill>
              <a:srgbClr val="2E83C3"/>
            </a:solidFill>
          </p:spPr>
          <p:txBody>
            <a:bodyPr/>
            <a:lstStyle/>
            <a:p>
              <a:endParaRPr lang="en-IN"/>
            </a:p>
          </p:txBody>
        </p:sp>
      </p:grpSp>
      <p:grpSp>
        <p:nvGrpSpPr>
          <p:cNvPr id="33" name="Group 33"/>
          <p:cNvGrpSpPr/>
          <p:nvPr/>
        </p:nvGrpSpPr>
        <p:grpSpPr>
          <a:xfrm>
            <a:off x="16025689" y="9198654"/>
            <a:ext cx="376723" cy="376723"/>
            <a:chOff x="0" y="0"/>
            <a:chExt cx="502298" cy="502298"/>
          </a:xfrm>
        </p:grpSpPr>
        <p:sp>
          <p:nvSpPr>
            <p:cNvPr id="34" name="Freeform 34"/>
            <p:cNvSpPr/>
            <p:nvPr/>
          </p:nvSpPr>
          <p:spPr>
            <a:xfrm>
              <a:off x="0" y="0"/>
              <a:ext cx="502285" cy="502285"/>
            </a:xfrm>
            <a:custGeom>
              <a:avLst/>
              <a:gdLst/>
              <a:ahLst/>
              <a:cxnLst/>
              <a:rect l="l" t="t" r="r" b="b"/>
              <a:pathLst>
                <a:path w="502285" h="502285">
                  <a:moveTo>
                    <a:pt x="0" y="251206"/>
                  </a:moveTo>
                  <a:cubicBezTo>
                    <a:pt x="0" y="112395"/>
                    <a:pt x="112395" y="0"/>
                    <a:pt x="251206" y="0"/>
                  </a:cubicBezTo>
                  <a:cubicBezTo>
                    <a:pt x="390017" y="0"/>
                    <a:pt x="502285" y="112395"/>
                    <a:pt x="502285" y="251206"/>
                  </a:cubicBezTo>
                  <a:cubicBezTo>
                    <a:pt x="502285" y="390017"/>
                    <a:pt x="389890" y="502285"/>
                    <a:pt x="251206" y="502285"/>
                  </a:cubicBezTo>
                  <a:cubicBezTo>
                    <a:pt x="112522" y="502285"/>
                    <a:pt x="0" y="389890"/>
                    <a:pt x="0" y="251206"/>
                  </a:cubicBezTo>
                  <a:close/>
                </a:path>
              </a:pathLst>
            </a:custGeom>
            <a:solidFill>
              <a:srgbClr val="2E946B"/>
            </a:solidFill>
          </p:spPr>
          <p:txBody>
            <a:bodyPr/>
            <a:lstStyle/>
            <a:p>
              <a:endParaRPr lang="en-IN"/>
            </a:p>
          </p:txBody>
        </p:sp>
      </p:grpSp>
      <p:grpSp>
        <p:nvGrpSpPr>
          <p:cNvPr id="35" name="Group 35"/>
          <p:cNvGrpSpPr/>
          <p:nvPr/>
        </p:nvGrpSpPr>
        <p:grpSpPr>
          <a:xfrm>
            <a:off x="701040" y="9615688"/>
            <a:ext cx="5559381" cy="444141"/>
            <a:chOff x="0" y="0"/>
            <a:chExt cx="7412507" cy="592188"/>
          </a:xfrm>
        </p:grpSpPr>
        <p:sp>
          <p:nvSpPr>
            <p:cNvPr id="36" name="Freeform 36"/>
            <p:cNvSpPr/>
            <p:nvPr/>
          </p:nvSpPr>
          <p:spPr>
            <a:xfrm>
              <a:off x="0" y="0"/>
              <a:ext cx="7412482" cy="592201"/>
            </a:xfrm>
            <a:custGeom>
              <a:avLst/>
              <a:gdLst/>
              <a:ahLst/>
              <a:cxnLst/>
              <a:rect l="l" t="t" r="r" b="b"/>
              <a:pathLst>
                <a:path w="7412482" h="592201">
                  <a:moveTo>
                    <a:pt x="0" y="0"/>
                  </a:moveTo>
                  <a:lnTo>
                    <a:pt x="7412482" y="0"/>
                  </a:lnTo>
                  <a:lnTo>
                    <a:pt x="7412482" y="592201"/>
                  </a:lnTo>
                  <a:lnTo>
                    <a:pt x="0" y="592201"/>
                  </a:lnTo>
                  <a:lnTo>
                    <a:pt x="0" y="0"/>
                  </a:lnTo>
                  <a:close/>
                </a:path>
              </a:pathLst>
            </a:custGeom>
            <a:blipFill>
              <a:blip r:embed="rId4"/>
              <a:stretch>
                <a:fillRect b="2"/>
              </a:stretch>
            </a:blipFill>
          </p:spPr>
          <p:txBody>
            <a:bodyPr/>
            <a:lstStyle/>
            <a:p>
              <a:endParaRPr lang="en-IN"/>
            </a:p>
          </p:txBody>
        </p:sp>
      </p:grpSp>
      <p:grpSp>
        <p:nvGrpSpPr>
          <p:cNvPr id="37" name="Group 37"/>
          <p:cNvGrpSpPr/>
          <p:nvPr/>
        </p:nvGrpSpPr>
        <p:grpSpPr>
          <a:xfrm>
            <a:off x="76200" y="5730240"/>
            <a:ext cx="2590800" cy="4515040"/>
            <a:chOff x="0" y="0"/>
            <a:chExt cx="3454400" cy="6020054"/>
          </a:xfrm>
        </p:grpSpPr>
        <p:sp>
          <p:nvSpPr>
            <p:cNvPr id="38" name="Freeform 38"/>
            <p:cNvSpPr/>
            <p:nvPr/>
          </p:nvSpPr>
          <p:spPr>
            <a:xfrm flipH="1">
              <a:off x="0" y="0"/>
              <a:ext cx="3454400" cy="6020054"/>
            </a:xfrm>
            <a:custGeom>
              <a:avLst/>
              <a:gdLst/>
              <a:ahLst/>
              <a:cxnLst/>
              <a:rect l="l" t="t" r="r" b="b"/>
              <a:pathLst>
                <a:path w="3454400" h="6020054">
                  <a:moveTo>
                    <a:pt x="3454400" y="0"/>
                  </a:moveTo>
                  <a:lnTo>
                    <a:pt x="0" y="0"/>
                  </a:lnTo>
                  <a:lnTo>
                    <a:pt x="0" y="6020054"/>
                  </a:lnTo>
                  <a:lnTo>
                    <a:pt x="3454400" y="6020054"/>
                  </a:lnTo>
                  <a:lnTo>
                    <a:pt x="3454400" y="0"/>
                  </a:lnTo>
                  <a:close/>
                </a:path>
              </a:pathLst>
            </a:custGeom>
            <a:blipFill>
              <a:blip r:embed="rId5"/>
              <a:stretch>
                <a:fillRect l="-5923" r="-5922"/>
              </a:stretch>
            </a:blipFill>
          </p:spPr>
          <p:txBody>
            <a:bodyPr/>
            <a:lstStyle/>
            <a:p>
              <a:endParaRPr lang="en-IN"/>
            </a:p>
          </p:txBody>
        </p:sp>
      </p:grpSp>
      <p:sp>
        <p:nvSpPr>
          <p:cNvPr id="39" name="TextBox 39"/>
          <p:cNvSpPr txBox="1"/>
          <p:nvPr/>
        </p:nvSpPr>
        <p:spPr>
          <a:xfrm>
            <a:off x="1082040" y="672522"/>
            <a:ext cx="9052560" cy="1102866"/>
          </a:xfrm>
          <a:prstGeom prst="rect">
            <a:avLst/>
          </a:prstGeom>
        </p:spPr>
        <p:txBody>
          <a:bodyPr wrap="square" lIns="0" tIns="0" rIns="0" bIns="0" rtlCol="0" anchor="t">
            <a:spAutoFit/>
          </a:bodyPr>
          <a:lstStyle/>
          <a:p>
            <a:pPr algn="l">
              <a:lnSpc>
                <a:spcPts val="8640"/>
              </a:lnSpc>
            </a:pPr>
            <a:r>
              <a:rPr lang="en-US" sz="7200" b="1">
                <a:solidFill>
                  <a:srgbClr val="000000"/>
                </a:solidFill>
                <a:latin typeface="Trebuchet MS Bold"/>
                <a:ea typeface="Trebuchet MS Bold"/>
                <a:cs typeface="Trebuchet MS Bold"/>
                <a:sym typeface="Trebuchet MS Bold"/>
              </a:rPr>
              <a:t>Technology Used</a:t>
            </a:r>
          </a:p>
        </p:txBody>
      </p:sp>
      <p:sp>
        <p:nvSpPr>
          <p:cNvPr id="41" name="TextBox 40">
            <a:extLst>
              <a:ext uri="{FF2B5EF4-FFF2-40B4-BE49-F238E27FC236}">
                <a16:creationId xmlns:a16="http://schemas.microsoft.com/office/drawing/2014/main" id="{BCE404FF-7A8C-0E4B-9DF1-5D4224FB1DC0}"/>
              </a:ext>
            </a:extLst>
          </p:cNvPr>
          <p:cNvSpPr txBox="1"/>
          <p:nvPr/>
        </p:nvSpPr>
        <p:spPr>
          <a:xfrm>
            <a:off x="2395529" y="2374020"/>
            <a:ext cx="6741367" cy="4524315"/>
          </a:xfrm>
          <a:prstGeom prst="rect">
            <a:avLst/>
          </a:prstGeom>
          <a:noFill/>
        </p:spPr>
        <p:txBody>
          <a:bodyPr wrap="square" rtlCol="0">
            <a:spAutoFit/>
          </a:bodyPr>
          <a:lstStyle/>
          <a:p>
            <a:pPr marL="571500" indent="-571500">
              <a:buFont typeface="Arial" panose="020B0604020202020204" pitchFamily="34" charset="0"/>
              <a:buChar char="•"/>
            </a:pPr>
            <a:r>
              <a:rPr lang="en-IN" sz="3600" dirty="0"/>
              <a:t>Python </a:t>
            </a:r>
          </a:p>
          <a:p>
            <a:pPr marL="571500" indent="-571500">
              <a:buFont typeface="Arial" panose="020B0604020202020204" pitchFamily="34" charset="0"/>
              <a:buChar char="•"/>
            </a:pPr>
            <a:r>
              <a:rPr lang="en-IN" sz="3600" dirty="0"/>
              <a:t> Pandas </a:t>
            </a:r>
          </a:p>
          <a:p>
            <a:pPr marL="571500" indent="-571500">
              <a:buFont typeface="Arial" panose="020B0604020202020204" pitchFamily="34" charset="0"/>
              <a:buChar char="•"/>
            </a:pPr>
            <a:r>
              <a:rPr lang="en-IN" sz="3600" dirty="0"/>
              <a:t> NumPy </a:t>
            </a:r>
          </a:p>
          <a:p>
            <a:pPr marL="571500" indent="-571500">
              <a:buFont typeface="Arial" panose="020B0604020202020204" pitchFamily="34" charset="0"/>
              <a:buChar char="•"/>
            </a:pPr>
            <a:r>
              <a:rPr lang="en-IN" sz="3600" dirty="0"/>
              <a:t> Matplotlib </a:t>
            </a:r>
          </a:p>
          <a:p>
            <a:pPr marL="571500" indent="-571500">
              <a:buFont typeface="Arial" panose="020B0604020202020204" pitchFamily="34" charset="0"/>
              <a:buChar char="•"/>
            </a:pPr>
            <a:r>
              <a:rPr lang="en-IN" sz="3600" dirty="0"/>
              <a:t> Seaborn </a:t>
            </a:r>
          </a:p>
          <a:p>
            <a:pPr marL="571500" indent="-571500">
              <a:buFont typeface="Arial" panose="020B0604020202020204" pitchFamily="34" charset="0"/>
              <a:buChar char="•"/>
            </a:pPr>
            <a:r>
              <a:rPr lang="en-IN" sz="3600" dirty="0"/>
              <a:t> SciPy </a:t>
            </a:r>
          </a:p>
          <a:p>
            <a:pPr marL="571500" indent="-571500">
              <a:buFont typeface="Arial" panose="020B0604020202020204" pitchFamily="34" charset="0"/>
              <a:buChar char="•"/>
            </a:pPr>
            <a:r>
              <a:rPr lang="en-IN" sz="3600" dirty="0"/>
              <a:t> Statsmodels </a:t>
            </a:r>
          </a:p>
          <a:p>
            <a:pPr marL="571500" indent="-571500">
              <a:buFont typeface="Arial" panose="020B0604020202020204" pitchFamily="34" charset="0"/>
              <a:buChar char="•"/>
            </a:pPr>
            <a:r>
              <a:rPr lang="en-IN" sz="3600" dirty="0"/>
              <a:t>Google Collab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4791360">
            <a:off x="9738484" y="5138738"/>
            <a:ext cx="10464870" cy="0"/>
          </a:xfrm>
          <a:prstGeom prst="line">
            <a:avLst/>
          </a:prstGeom>
          <a:ln w="9525" cap="rnd">
            <a:solidFill>
              <a:srgbClr val="5FCBEF"/>
            </a:solidFill>
            <a:prstDash val="solid"/>
            <a:headEnd type="none" w="sm" len="sm"/>
            <a:tailEnd type="none" w="sm" len="sm"/>
          </a:ln>
        </p:spPr>
        <p:txBody>
          <a:bodyPr/>
          <a:lstStyle/>
          <a:p>
            <a:endParaRPr lang="en-IN"/>
          </a:p>
        </p:txBody>
      </p:sp>
      <p:sp>
        <p:nvSpPr>
          <p:cNvPr id="3" name="AutoShape 3"/>
          <p:cNvSpPr/>
          <p:nvPr/>
        </p:nvSpPr>
        <p:spPr>
          <a:xfrm rot="8776560">
            <a:off x="10406482" y="7899797"/>
            <a:ext cx="8608171" cy="0"/>
          </a:xfrm>
          <a:prstGeom prst="line">
            <a:avLst/>
          </a:prstGeom>
          <a:ln w="9525" cap="rnd">
            <a:solidFill>
              <a:srgbClr val="5FCBEF"/>
            </a:solidFill>
            <a:prstDash val="solid"/>
            <a:headEnd type="none" w="sm" len="sm"/>
            <a:tailEnd type="none" w="sm" len="sm"/>
          </a:ln>
        </p:spPr>
        <p:txBody>
          <a:bodyPr/>
          <a:lstStyle/>
          <a:p>
            <a:endParaRPr lang="en-IN"/>
          </a:p>
        </p:txBody>
      </p:sp>
      <p:grpSp>
        <p:nvGrpSpPr>
          <p:cNvPr id="4" name="Group 4"/>
          <p:cNvGrpSpPr/>
          <p:nvPr/>
        </p:nvGrpSpPr>
        <p:grpSpPr>
          <a:xfrm>
            <a:off x="13772217" y="-12697"/>
            <a:ext cx="4511021" cy="10299697"/>
            <a:chOff x="0" y="0"/>
            <a:chExt cx="6014695" cy="13732929"/>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5FCBEF">
                <a:alpha val="12941"/>
              </a:srgbClr>
            </a:solidFill>
          </p:spPr>
          <p:txBody>
            <a:bodyPr/>
            <a:lstStyle/>
            <a:p>
              <a:endParaRPr lang="en-IN"/>
            </a:p>
          </p:txBody>
        </p:sp>
      </p:grpSp>
      <p:grpSp>
        <p:nvGrpSpPr>
          <p:cNvPr id="6" name="Group 6"/>
          <p:cNvGrpSpPr/>
          <p:nvPr/>
        </p:nvGrpSpPr>
        <p:grpSpPr>
          <a:xfrm>
            <a:off x="14405162" y="-12697"/>
            <a:ext cx="3882838" cy="10299697"/>
            <a:chOff x="0" y="0"/>
            <a:chExt cx="5177117" cy="13732929"/>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5FCBEF">
                <a:alpha val="3922"/>
              </a:srgbClr>
            </a:solidFill>
          </p:spPr>
          <p:txBody>
            <a:bodyPr/>
            <a:lstStyle/>
            <a:p>
              <a:endParaRPr lang="en-IN"/>
            </a:p>
          </p:txBody>
        </p:sp>
      </p:grpSp>
      <p:grpSp>
        <p:nvGrpSpPr>
          <p:cNvPr id="8" name="Group 8"/>
          <p:cNvGrpSpPr/>
          <p:nvPr/>
        </p:nvGrpSpPr>
        <p:grpSpPr>
          <a:xfrm>
            <a:off x="13398503" y="4572000"/>
            <a:ext cx="4889497" cy="5715000"/>
            <a:chOff x="0" y="0"/>
            <a:chExt cx="6519329"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7B0E4">
                <a:alpha val="43529"/>
              </a:srgbClr>
            </a:solidFill>
          </p:spPr>
          <p:txBody>
            <a:bodyPr/>
            <a:lstStyle/>
            <a:p>
              <a:endParaRPr lang="en-IN"/>
            </a:p>
          </p:txBody>
        </p:sp>
      </p:grpSp>
      <p:grpSp>
        <p:nvGrpSpPr>
          <p:cNvPr id="10" name="Group 10"/>
          <p:cNvGrpSpPr/>
          <p:nvPr/>
        </p:nvGrpSpPr>
        <p:grpSpPr>
          <a:xfrm>
            <a:off x="14001750" y="-12697"/>
            <a:ext cx="4281488" cy="10299697"/>
            <a:chOff x="0" y="0"/>
            <a:chExt cx="5708650" cy="13732929"/>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7B0E4">
                <a:alpha val="24706"/>
              </a:srgbClr>
            </a:solidFill>
          </p:spPr>
          <p:txBody>
            <a:bodyPr/>
            <a:lstStyle/>
            <a:p>
              <a:endParaRPr lang="en-IN"/>
            </a:p>
          </p:txBody>
        </p:sp>
      </p:grpSp>
      <p:grpSp>
        <p:nvGrpSpPr>
          <p:cNvPr id="12" name="Group 12"/>
          <p:cNvGrpSpPr/>
          <p:nvPr/>
        </p:nvGrpSpPr>
        <p:grpSpPr>
          <a:xfrm>
            <a:off x="16348091" y="-12697"/>
            <a:ext cx="1935137" cy="10299697"/>
            <a:chOff x="0" y="0"/>
            <a:chExt cx="2580183" cy="13732929"/>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E83C3">
                <a:alpha val="48627"/>
              </a:srgbClr>
            </a:solidFill>
          </p:spPr>
          <p:txBody>
            <a:bodyPr/>
            <a:lstStyle/>
            <a:p>
              <a:endParaRPr lang="en-IN"/>
            </a:p>
          </p:txBody>
        </p:sp>
      </p:grpSp>
      <p:grpSp>
        <p:nvGrpSpPr>
          <p:cNvPr id="14" name="Group 14"/>
          <p:cNvGrpSpPr/>
          <p:nvPr/>
        </p:nvGrpSpPr>
        <p:grpSpPr>
          <a:xfrm>
            <a:off x="16408498" y="-12697"/>
            <a:ext cx="1874739" cy="10299697"/>
            <a:chOff x="0" y="0"/>
            <a:chExt cx="2499652" cy="13732929"/>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236292">
                <a:alpha val="63922"/>
              </a:srgbClr>
            </a:solidFill>
          </p:spPr>
          <p:txBody>
            <a:bodyPr/>
            <a:lstStyle/>
            <a:p>
              <a:endParaRPr lang="en-IN"/>
            </a:p>
          </p:txBody>
        </p:sp>
      </p:grpSp>
      <p:grpSp>
        <p:nvGrpSpPr>
          <p:cNvPr id="16" name="Group 16"/>
          <p:cNvGrpSpPr/>
          <p:nvPr/>
        </p:nvGrpSpPr>
        <p:grpSpPr>
          <a:xfrm>
            <a:off x="15557497" y="5384797"/>
            <a:ext cx="2725741" cy="4902203"/>
            <a:chOff x="0" y="0"/>
            <a:chExt cx="3634321" cy="6536271"/>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7B0E4">
                <a:alpha val="43529"/>
              </a:srgbClr>
            </a:solidFill>
          </p:spPr>
          <p:txBody>
            <a:bodyPr/>
            <a:lstStyle/>
            <a:p>
              <a:endParaRPr lang="en-IN"/>
            </a:p>
          </p:txBody>
        </p:sp>
      </p:grpSp>
      <p:grpSp>
        <p:nvGrpSpPr>
          <p:cNvPr id="18" name="Group 18"/>
          <p:cNvGrpSpPr/>
          <p:nvPr/>
        </p:nvGrpSpPr>
        <p:grpSpPr>
          <a:xfrm>
            <a:off x="0" y="6019800"/>
            <a:ext cx="673103" cy="4267200"/>
            <a:chOff x="0" y="0"/>
            <a:chExt cx="897471"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5FCBEF">
                <a:alpha val="48627"/>
              </a:srgbClr>
            </a:solidFill>
          </p:spPr>
          <p:txBody>
            <a:bodyPr/>
            <a:lstStyle/>
            <a:p>
              <a:endParaRPr lang="en-IN"/>
            </a:p>
          </p:txBody>
        </p:sp>
      </p:grpSp>
      <p:grpSp>
        <p:nvGrpSpPr>
          <p:cNvPr id="20" name="Group 20"/>
          <p:cNvGrpSpPr/>
          <p:nvPr/>
        </p:nvGrpSpPr>
        <p:grpSpPr>
          <a:xfrm>
            <a:off x="990590" y="9568358"/>
            <a:ext cx="4114800" cy="547688"/>
            <a:chOff x="0" y="0"/>
            <a:chExt cx="5486400" cy="730250"/>
          </a:xfrm>
        </p:grpSpPr>
        <p:sp>
          <p:nvSpPr>
            <p:cNvPr id="21" name="Freeform 21"/>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2" name="TextBox 22"/>
            <p:cNvSpPr txBox="1"/>
            <p:nvPr/>
          </p:nvSpPr>
          <p:spPr>
            <a:xfrm>
              <a:off x="0" y="-9525"/>
              <a:ext cx="5486400" cy="739775"/>
            </a:xfrm>
            <a:prstGeom prst="rect">
              <a:avLst/>
            </a:prstGeom>
          </p:spPr>
          <p:txBody>
            <a:bodyPr lIns="0" tIns="0" rIns="0" bIns="0" rtlCol="0" anchor="ctr"/>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id="23" name="Group 23"/>
          <p:cNvGrpSpPr/>
          <p:nvPr/>
        </p:nvGrpSpPr>
        <p:grpSpPr>
          <a:xfrm>
            <a:off x="2122826" y="9568358"/>
            <a:ext cx="6172200" cy="547688"/>
            <a:chOff x="0" y="0"/>
            <a:chExt cx="8229600" cy="730250"/>
          </a:xfrm>
        </p:grpSpPr>
        <p:sp>
          <p:nvSpPr>
            <p:cNvPr id="24" name="Freeform 24"/>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2">
                <a:alphaModFix amt="0"/>
              </a:blip>
              <a:stretch>
                <a:fillRect t="-169587" b="-169587"/>
              </a:stretch>
            </a:blipFill>
          </p:spPr>
          <p:txBody>
            <a:bodyPr/>
            <a:lstStyle/>
            <a:p>
              <a:endParaRPr lang="en-IN"/>
            </a:p>
          </p:txBody>
        </p:sp>
        <p:sp>
          <p:nvSpPr>
            <p:cNvPr id="25" name="TextBox 25"/>
            <p:cNvSpPr txBox="1"/>
            <p:nvPr/>
          </p:nvSpPr>
          <p:spPr>
            <a:xfrm>
              <a:off x="0" y="-9525"/>
              <a:ext cx="8229600" cy="739775"/>
            </a:xfrm>
            <a:prstGeom prst="rect">
              <a:avLst/>
            </a:prstGeom>
          </p:spPr>
          <p:txBody>
            <a:bodyPr lIns="0" tIns="0" rIns="0" bIns="0" rtlCol="0" anchor="ctr"/>
            <a:lstStyle/>
            <a:p>
              <a:pPr algn="l">
                <a:lnSpc>
                  <a:spcPts val="1980"/>
                </a:lnSpc>
              </a:pPr>
              <a:r>
                <a:rPr lang="en-US" sz="1650" b="1">
                  <a:solidFill>
                    <a:srgbClr val="2E83C3"/>
                  </a:solidFill>
                  <a:latin typeface="Trebuchet MS Bold"/>
                  <a:ea typeface="Trebuchet MS Bold"/>
                  <a:cs typeface="Trebuchet MS Bold"/>
                  <a:sym typeface="Trebuchet MS Bold"/>
                </a:rPr>
                <a:t>Annual Review</a:t>
              </a:r>
            </a:p>
          </p:txBody>
        </p:sp>
      </p:grpSp>
      <p:grpSp>
        <p:nvGrpSpPr>
          <p:cNvPr id="26" name="Group 26"/>
          <p:cNvGrpSpPr/>
          <p:nvPr/>
        </p:nvGrpSpPr>
        <p:grpSpPr>
          <a:xfrm>
            <a:off x="13208003" y="9568358"/>
            <a:ext cx="4114800" cy="547688"/>
            <a:chOff x="0" y="0"/>
            <a:chExt cx="5486400" cy="730250"/>
          </a:xfrm>
        </p:grpSpPr>
        <p:sp>
          <p:nvSpPr>
            <p:cNvPr id="27" name="Freeform 2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8" name="TextBox 28"/>
            <p:cNvSpPr txBox="1"/>
            <p:nvPr/>
          </p:nvSpPr>
          <p:spPr>
            <a:xfrm>
              <a:off x="0" y="-9525"/>
              <a:ext cx="5486400" cy="739775"/>
            </a:xfrm>
            <a:prstGeom prst="rect">
              <a:avLst/>
            </a:prstGeom>
          </p:spPr>
          <p:txBody>
            <a:bodyPr lIns="0" tIns="0" rIns="0" bIns="0" rtlCol="0" anchor="ctr"/>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id="29" name="Group 29"/>
          <p:cNvGrpSpPr/>
          <p:nvPr/>
        </p:nvGrpSpPr>
        <p:grpSpPr>
          <a:xfrm>
            <a:off x="14031687" y="8045977"/>
            <a:ext cx="685800" cy="685800"/>
            <a:chOff x="0" y="0"/>
            <a:chExt cx="914400" cy="914400"/>
          </a:xfrm>
        </p:grpSpPr>
        <p:sp>
          <p:nvSpPr>
            <p:cNvPr id="30" name="Freeform 30"/>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solidFill>
              <a:srgbClr val="42B051"/>
            </a:solidFill>
          </p:spPr>
          <p:txBody>
            <a:bodyPr/>
            <a:lstStyle/>
            <a:p>
              <a:endParaRPr lang="en-IN"/>
            </a:p>
          </p:txBody>
        </p:sp>
      </p:grpSp>
      <p:grpSp>
        <p:nvGrpSpPr>
          <p:cNvPr id="31" name="Group 31"/>
          <p:cNvGrpSpPr/>
          <p:nvPr/>
        </p:nvGrpSpPr>
        <p:grpSpPr>
          <a:xfrm>
            <a:off x="10039188" y="2549833"/>
            <a:ext cx="479622" cy="479622"/>
            <a:chOff x="0" y="0"/>
            <a:chExt cx="639496" cy="639496"/>
          </a:xfrm>
        </p:grpSpPr>
        <p:sp>
          <p:nvSpPr>
            <p:cNvPr id="32" name="Freeform 32"/>
            <p:cNvSpPr/>
            <p:nvPr/>
          </p:nvSpPr>
          <p:spPr>
            <a:xfrm>
              <a:off x="0" y="0"/>
              <a:ext cx="639445" cy="639445"/>
            </a:xfrm>
            <a:custGeom>
              <a:avLst/>
              <a:gdLst/>
              <a:ahLst/>
              <a:cxnLst/>
              <a:rect l="l" t="t" r="r" b="b"/>
              <a:pathLst>
                <a:path w="639445" h="639445">
                  <a:moveTo>
                    <a:pt x="0" y="0"/>
                  </a:moveTo>
                  <a:lnTo>
                    <a:pt x="639445" y="0"/>
                  </a:lnTo>
                  <a:lnTo>
                    <a:pt x="639445" y="639445"/>
                  </a:lnTo>
                  <a:lnTo>
                    <a:pt x="0" y="639445"/>
                  </a:lnTo>
                  <a:close/>
                </a:path>
              </a:pathLst>
            </a:custGeom>
            <a:solidFill>
              <a:srgbClr val="2E83C3"/>
            </a:solidFill>
          </p:spPr>
          <p:txBody>
            <a:bodyPr/>
            <a:lstStyle/>
            <a:p>
              <a:endParaRPr lang="en-IN"/>
            </a:p>
          </p:txBody>
        </p:sp>
      </p:grpSp>
      <p:grpSp>
        <p:nvGrpSpPr>
          <p:cNvPr id="33" name="Group 33"/>
          <p:cNvGrpSpPr/>
          <p:nvPr/>
        </p:nvGrpSpPr>
        <p:grpSpPr>
          <a:xfrm>
            <a:off x="14031687" y="8846610"/>
            <a:ext cx="269967" cy="269967"/>
            <a:chOff x="0" y="0"/>
            <a:chExt cx="359956" cy="359956"/>
          </a:xfrm>
        </p:grpSpPr>
        <p:sp>
          <p:nvSpPr>
            <p:cNvPr id="34" name="Freeform 34"/>
            <p:cNvSpPr/>
            <p:nvPr/>
          </p:nvSpPr>
          <p:spPr>
            <a:xfrm>
              <a:off x="0" y="0"/>
              <a:ext cx="359918" cy="359918"/>
            </a:xfrm>
            <a:custGeom>
              <a:avLst/>
              <a:gdLst/>
              <a:ahLst/>
              <a:cxnLst/>
              <a:rect l="l" t="t" r="r" b="b"/>
              <a:pathLst>
                <a:path w="359918" h="359918">
                  <a:moveTo>
                    <a:pt x="0" y="0"/>
                  </a:moveTo>
                  <a:lnTo>
                    <a:pt x="359918" y="0"/>
                  </a:lnTo>
                  <a:lnTo>
                    <a:pt x="359918" y="359918"/>
                  </a:lnTo>
                  <a:lnTo>
                    <a:pt x="0" y="359918"/>
                  </a:lnTo>
                  <a:close/>
                </a:path>
              </a:pathLst>
            </a:custGeom>
            <a:solidFill>
              <a:srgbClr val="2E946B"/>
            </a:solidFill>
          </p:spPr>
          <p:txBody>
            <a:bodyPr/>
            <a:lstStyle/>
            <a:p>
              <a:endParaRPr lang="en-IN"/>
            </a:p>
          </p:txBody>
        </p:sp>
      </p:grpSp>
      <p:grpSp>
        <p:nvGrpSpPr>
          <p:cNvPr id="35" name="Group 35"/>
          <p:cNvGrpSpPr/>
          <p:nvPr/>
        </p:nvGrpSpPr>
        <p:grpSpPr>
          <a:xfrm>
            <a:off x="902664" y="9637934"/>
            <a:ext cx="3214688" cy="289560"/>
            <a:chOff x="0" y="0"/>
            <a:chExt cx="4286250" cy="386080"/>
          </a:xfrm>
        </p:grpSpPr>
        <p:sp>
          <p:nvSpPr>
            <p:cNvPr id="36" name="Freeform 36"/>
            <p:cNvSpPr/>
            <p:nvPr/>
          </p:nvSpPr>
          <p:spPr>
            <a:xfrm>
              <a:off x="0" y="0"/>
              <a:ext cx="4286250" cy="386080"/>
            </a:xfrm>
            <a:custGeom>
              <a:avLst/>
              <a:gdLst/>
              <a:ahLst/>
              <a:cxnLst/>
              <a:rect l="l" t="t" r="r" b="b"/>
              <a:pathLst>
                <a:path w="4286250" h="386080">
                  <a:moveTo>
                    <a:pt x="0" y="0"/>
                  </a:moveTo>
                  <a:lnTo>
                    <a:pt x="4286250" y="0"/>
                  </a:lnTo>
                  <a:lnTo>
                    <a:pt x="4286250" y="386080"/>
                  </a:lnTo>
                  <a:lnTo>
                    <a:pt x="0" y="386080"/>
                  </a:lnTo>
                  <a:lnTo>
                    <a:pt x="0" y="0"/>
                  </a:lnTo>
                  <a:close/>
                </a:path>
              </a:pathLst>
            </a:custGeom>
            <a:blipFill>
              <a:blip r:embed="rId3"/>
              <a:stretch>
                <a:fillRect t="-2518486" r="-135857"/>
              </a:stretch>
            </a:blipFill>
          </p:spPr>
          <p:txBody>
            <a:bodyPr/>
            <a:lstStyle/>
            <a:p>
              <a:endParaRPr lang="en-IN"/>
            </a:p>
          </p:txBody>
        </p:sp>
      </p:grpSp>
      <p:sp>
        <p:nvSpPr>
          <p:cNvPr id="37" name="TextBox 37"/>
          <p:cNvSpPr txBox="1"/>
          <p:nvPr/>
        </p:nvSpPr>
        <p:spPr>
          <a:xfrm>
            <a:off x="1105376" y="582549"/>
            <a:ext cx="4289584" cy="1174109"/>
          </a:xfrm>
          <a:prstGeom prst="rect">
            <a:avLst/>
          </a:prstGeom>
        </p:spPr>
        <p:txBody>
          <a:bodyPr lIns="0" tIns="0" rIns="0" bIns="0" rtlCol="0" anchor="t">
            <a:spAutoFit/>
          </a:bodyPr>
          <a:lstStyle/>
          <a:p>
            <a:pPr algn="l">
              <a:lnSpc>
                <a:spcPts val="8640"/>
              </a:lnSpc>
            </a:pPr>
            <a:r>
              <a:rPr lang="en-US" sz="7200" b="1">
                <a:solidFill>
                  <a:srgbClr val="000000"/>
                </a:solidFill>
                <a:latin typeface="Trebuchet MS Bold"/>
                <a:ea typeface="Trebuchet MS Bold"/>
                <a:cs typeface="Trebuchet MS Bold"/>
                <a:sym typeface="Trebuchet MS Bold"/>
              </a:rPr>
              <a:t>RESULTS </a:t>
            </a:r>
          </a:p>
        </p:txBody>
      </p:sp>
      <p:pic>
        <p:nvPicPr>
          <p:cNvPr id="41" name="Picture 40">
            <a:extLst>
              <a:ext uri="{FF2B5EF4-FFF2-40B4-BE49-F238E27FC236}">
                <a16:creationId xmlns:a16="http://schemas.microsoft.com/office/drawing/2014/main" id="{F14D0D98-4D72-FEDD-CDA1-6509CC6B775D}"/>
              </a:ext>
            </a:extLst>
          </p:cNvPr>
          <p:cNvPicPr>
            <a:picLocks noChangeAspect="1"/>
          </p:cNvPicPr>
          <p:nvPr/>
        </p:nvPicPr>
        <p:blipFill>
          <a:blip r:embed="rId4"/>
          <a:stretch>
            <a:fillRect/>
          </a:stretch>
        </p:blipFill>
        <p:spPr>
          <a:xfrm>
            <a:off x="690812" y="1795018"/>
            <a:ext cx="10877325" cy="77421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2" name="TextBox 41">
            <a:extLst>
              <a:ext uri="{FF2B5EF4-FFF2-40B4-BE49-F238E27FC236}">
                <a16:creationId xmlns:a16="http://schemas.microsoft.com/office/drawing/2014/main" id="{4DE15E54-A4E4-C200-EFF0-536503C036CC}"/>
              </a:ext>
            </a:extLst>
          </p:cNvPr>
          <p:cNvSpPr txBox="1"/>
          <p:nvPr/>
        </p:nvSpPr>
        <p:spPr>
          <a:xfrm>
            <a:off x="11953868" y="3314700"/>
            <a:ext cx="2763619" cy="1938992"/>
          </a:xfrm>
          <a:prstGeom prst="rect">
            <a:avLst/>
          </a:prstGeom>
          <a:noFill/>
        </p:spPr>
        <p:txBody>
          <a:bodyPr wrap="square" rtlCol="0">
            <a:spAutoFit/>
          </a:bodyPr>
          <a:lstStyle/>
          <a:p>
            <a:r>
              <a:rPr lang="en-US" sz="2400" dirty="0"/>
              <a:t>We can see in this Bar chart , The Distribution of Agriculture records by Season clearly.</a:t>
            </a:r>
            <a:endParaRPr lang="en-IN"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4791360">
            <a:off x="9738484" y="5138738"/>
            <a:ext cx="10464870" cy="0"/>
          </a:xfrm>
          <a:prstGeom prst="line">
            <a:avLst/>
          </a:prstGeom>
          <a:ln w="9525" cap="rnd">
            <a:solidFill>
              <a:srgbClr val="5FCBEF"/>
            </a:solidFill>
            <a:prstDash val="solid"/>
            <a:headEnd type="none" w="sm" len="sm"/>
            <a:tailEnd type="none" w="sm" len="sm"/>
          </a:ln>
        </p:spPr>
        <p:txBody>
          <a:bodyPr/>
          <a:lstStyle/>
          <a:p>
            <a:endParaRPr lang="en-IN"/>
          </a:p>
        </p:txBody>
      </p:sp>
      <p:sp>
        <p:nvSpPr>
          <p:cNvPr id="3" name="AutoShape 3"/>
          <p:cNvSpPr/>
          <p:nvPr/>
        </p:nvSpPr>
        <p:spPr>
          <a:xfrm rot="8776560">
            <a:off x="10406482" y="7899797"/>
            <a:ext cx="8608171" cy="0"/>
          </a:xfrm>
          <a:prstGeom prst="line">
            <a:avLst/>
          </a:prstGeom>
          <a:ln w="9525" cap="rnd">
            <a:solidFill>
              <a:srgbClr val="5FCBEF"/>
            </a:solidFill>
            <a:prstDash val="solid"/>
            <a:headEnd type="none" w="sm" len="sm"/>
            <a:tailEnd type="none" w="sm" len="sm"/>
          </a:ln>
        </p:spPr>
        <p:txBody>
          <a:bodyPr/>
          <a:lstStyle/>
          <a:p>
            <a:endParaRPr lang="en-IN"/>
          </a:p>
        </p:txBody>
      </p:sp>
      <p:grpSp>
        <p:nvGrpSpPr>
          <p:cNvPr id="4" name="Group 4"/>
          <p:cNvGrpSpPr/>
          <p:nvPr/>
        </p:nvGrpSpPr>
        <p:grpSpPr>
          <a:xfrm>
            <a:off x="13772217" y="-12697"/>
            <a:ext cx="4511021" cy="10299697"/>
            <a:chOff x="0" y="0"/>
            <a:chExt cx="6014695" cy="13732929"/>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5FCBEF">
                <a:alpha val="12941"/>
              </a:srgbClr>
            </a:solidFill>
          </p:spPr>
          <p:txBody>
            <a:bodyPr/>
            <a:lstStyle/>
            <a:p>
              <a:endParaRPr lang="en-IN" dirty="0"/>
            </a:p>
          </p:txBody>
        </p:sp>
      </p:grpSp>
      <p:grpSp>
        <p:nvGrpSpPr>
          <p:cNvPr id="6" name="Group 6"/>
          <p:cNvGrpSpPr/>
          <p:nvPr/>
        </p:nvGrpSpPr>
        <p:grpSpPr>
          <a:xfrm>
            <a:off x="14405162" y="-12697"/>
            <a:ext cx="3882838" cy="10299697"/>
            <a:chOff x="0" y="0"/>
            <a:chExt cx="5177117" cy="13732929"/>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5FCBEF">
                <a:alpha val="3922"/>
              </a:srgbClr>
            </a:solidFill>
          </p:spPr>
          <p:txBody>
            <a:bodyPr/>
            <a:lstStyle/>
            <a:p>
              <a:endParaRPr lang="en-IN"/>
            </a:p>
          </p:txBody>
        </p:sp>
      </p:grpSp>
      <p:grpSp>
        <p:nvGrpSpPr>
          <p:cNvPr id="8" name="Group 8"/>
          <p:cNvGrpSpPr/>
          <p:nvPr/>
        </p:nvGrpSpPr>
        <p:grpSpPr>
          <a:xfrm>
            <a:off x="13398503" y="4572000"/>
            <a:ext cx="4889497" cy="5715000"/>
            <a:chOff x="0" y="0"/>
            <a:chExt cx="6519329"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7B0E4">
                <a:alpha val="43529"/>
              </a:srgbClr>
            </a:solidFill>
          </p:spPr>
          <p:txBody>
            <a:bodyPr/>
            <a:lstStyle/>
            <a:p>
              <a:endParaRPr lang="en-IN"/>
            </a:p>
          </p:txBody>
        </p:sp>
      </p:grpSp>
      <p:grpSp>
        <p:nvGrpSpPr>
          <p:cNvPr id="10" name="Group 10"/>
          <p:cNvGrpSpPr/>
          <p:nvPr/>
        </p:nvGrpSpPr>
        <p:grpSpPr>
          <a:xfrm>
            <a:off x="14001750" y="-12697"/>
            <a:ext cx="4281488" cy="10299697"/>
            <a:chOff x="0" y="0"/>
            <a:chExt cx="5708650" cy="13732929"/>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7B0E4">
                <a:alpha val="24706"/>
              </a:srgbClr>
            </a:solidFill>
          </p:spPr>
          <p:txBody>
            <a:bodyPr/>
            <a:lstStyle/>
            <a:p>
              <a:endParaRPr lang="en-IN"/>
            </a:p>
          </p:txBody>
        </p:sp>
      </p:grpSp>
      <p:grpSp>
        <p:nvGrpSpPr>
          <p:cNvPr id="12" name="Group 12"/>
          <p:cNvGrpSpPr/>
          <p:nvPr/>
        </p:nvGrpSpPr>
        <p:grpSpPr>
          <a:xfrm>
            <a:off x="16086952" y="126807"/>
            <a:ext cx="1935137" cy="10299697"/>
            <a:chOff x="0" y="0"/>
            <a:chExt cx="2580183" cy="13732929"/>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E83C3">
                <a:alpha val="48627"/>
              </a:srgbClr>
            </a:solidFill>
          </p:spPr>
          <p:txBody>
            <a:bodyPr/>
            <a:lstStyle/>
            <a:p>
              <a:endParaRPr lang="en-IN"/>
            </a:p>
          </p:txBody>
        </p:sp>
      </p:grpSp>
      <p:grpSp>
        <p:nvGrpSpPr>
          <p:cNvPr id="14" name="Group 14"/>
          <p:cNvGrpSpPr/>
          <p:nvPr/>
        </p:nvGrpSpPr>
        <p:grpSpPr>
          <a:xfrm>
            <a:off x="16456117" y="-139475"/>
            <a:ext cx="1874739" cy="10299697"/>
            <a:chOff x="0" y="0"/>
            <a:chExt cx="2499652" cy="13732929"/>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236292">
                <a:alpha val="63922"/>
              </a:srgbClr>
            </a:solidFill>
          </p:spPr>
          <p:txBody>
            <a:bodyPr/>
            <a:lstStyle/>
            <a:p>
              <a:endParaRPr lang="en-IN"/>
            </a:p>
          </p:txBody>
        </p:sp>
      </p:grpSp>
      <p:grpSp>
        <p:nvGrpSpPr>
          <p:cNvPr id="16" name="Group 16"/>
          <p:cNvGrpSpPr/>
          <p:nvPr/>
        </p:nvGrpSpPr>
        <p:grpSpPr>
          <a:xfrm>
            <a:off x="15557497" y="5384797"/>
            <a:ext cx="2725741" cy="4902203"/>
            <a:chOff x="0" y="0"/>
            <a:chExt cx="3634321" cy="6536271"/>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7B0E4">
                <a:alpha val="43529"/>
              </a:srgbClr>
            </a:solidFill>
          </p:spPr>
          <p:txBody>
            <a:bodyPr/>
            <a:lstStyle/>
            <a:p>
              <a:endParaRPr lang="en-IN"/>
            </a:p>
          </p:txBody>
        </p:sp>
      </p:grpSp>
      <p:grpSp>
        <p:nvGrpSpPr>
          <p:cNvPr id="18" name="Group 18"/>
          <p:cNvGrpSpPr/>
          <p:nvPr/>
        </p:nvGrpSpPr>
        <p:grpSpPr>
          <a:xfrm>
            <a:off x="0" y="6019800"/>
            <a:ext cx="673103" cy="4267200"/>
            <a:chOff x="0" y="0"/>
            <a:chExt cx="897471"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5FCBEF">
                <a:alpha val="48627"/>
              </a:srgbClr>
            </a:solidFill>
          </p:spPr>
          <p:txBody>
            <a:bodyPr/>
            <a:lstStyle/>
            <a:p>
              <a:endParaRPr lang="en-IN"/>
            </a:p>
          </p:txBody>
        </p:sp>
      </p:grpSp>
      <p:grpSp>
        <p:nvGrpSpPr>
          <p:cNvPr id="20" name="Group 20"/>
          <p:cNvGrpSpPr/>
          <p:nvPr/>
        </p:nvGrpSpPr>
        <p:grpSpPr>
          <a:xfrm>
            <a:off x="990590" y="9568358"/>
            <a:ext cx="4114800" cy="547688"/>
            <a:chOff x="0" y="0"/>
            <a:chExt cx="5486400" cy="730250"/>
          </a:xfrm>
        </p:grpSpPr>
        <p:sp>
          <p:nvSpPr>
            <p:cNvPr id="21" name="Freeform 21"/>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2" name="TextBox 22"/>
            <p:cNvSpPr txBox="1"/>
            <p:nvPr/>
          </p:nvSpPr>
          <p:spPr>
            <a:xfrm>
              <a:off x="0" y="-9525"/>
              <a:ext cx="5486400" cy="739775"/>
            </a:xfrm>
            <a:prstGeom prst="rect">
              <a:avLst/>
            </a:prstGeom>
          </p:spPr>
          <p:txBody>
            <a:bodyPr lIns="0" tIns="0" rIns="0" bIns="0" rtlCol="0" anchor="ctr"/>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id="23" name="Group 23"/>
          <p:cNvGrpSpPr/>
          <p:nvPr/>
        </p:nvGrpSpPr>
        <p:grpSpPr>
          <a:xfrm>
            <a:off x="2168290" y="9568358"/>
            <a:ext cx="6172200" cy="547688"/>
            <a:chOff x="0" y="0"/>
            <a:chExt cx="8229600" cy="730250"/>
          </a:xfrm>
        </p:grpSpPr>
        <p:sp>
          <p:nvSpPr>
            <p:cNvPr id="24" name="Freeform 24"/>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2">
                <a:alphaModFix amt="0"/>
              </a:blip>
              <a:stretch>
                <a:fillRect t="-169587" b="-169587"/>
              </a:stretch>
            </a:blipFill>
          </p:spPr>
          <p:txBody>
            <a:bodyPr/>
            <a:lstStyle/>
            <a:p>
              <a:endParaRPr lang="en-IN"/>
            </a:p>
          </p:txBody>
        </p:sp>
        <p:sp>
          <p:nvSpPr>
            <p:cNvPr id="25" name="TextBox 25"/>
            <p:cNvSpPr txBox="1"/>
            <p:nvPr/>
          </p:nvSpPr>
          <p:spPr>
            <a:xfrm>
              <a:off x="0" y="-9525"/>
              <a:ext cx="8229600" cy="739775"/>
            </a:xfrm>
            <a:prstGeom prst="rect">
              <a:avLst/>
            </a:prstGeom>
          </p:spPr>
          <p:txBody>
            <a:bodyPr lIns="0" tIns="0" rIns="0" bIns="0" rtlCol="0" anchor="ctr"/>
            <a:lstStyle/>
            <a:p>
              <a:pPr algn="l">
                <a:lnSpc>
                  <a:spcPts val="1980"/>
                </a:lnSpc>
              </a:pPr>
              <a:r>
                <a:rPr lang="en-US" sz="1650" b="1">
                  <a:solidFill>
                    <a:srgbClr val="2E83C3"/>
                  </a:solidFill>
                  <a:latin typeface="Trebuchet MS Bold"/>
                  <a:ea typeface="Trebuchet MS Bold"/>
                  <a:cs typeface="Trebuchet MS Bold"/>
                  <a:sym typeface="Trebuchet MS Bold"/>
                </a:rPr>
                <a:t>Annual Review</a:t>
              </a:r>
            </a:p>
          </p:txBody>
        </p:sp>
      </p:grpSp>
      <p:grpSp>
        <p:nvGrpSpPr>
          <p:cNvPr id="26" name="Group 26"/>
          <p:cNvGrpSpPr/>
          <p:nvPr/>
        </p:nvGrpSpPr>
        <p:grpSpPr>
          <a:xfrm>
            <a:off x="13208003" y="9568358"/>
            <a:ext cx="4114800" cy="547688"/>
            <a:chOff x="0" y="0"/>
            <a:chExt cx="5486400" cy="730250"/>
          </a:xfrm>
        </p:grpSpPr>
        <p:sp>
          <p:nvSpPr>
            <p:cNvPr id="27" name="Freeform 2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8" name="TextBox 28"/>
            <p:cNvSpPr txBox="1"/>
            <p:nvPr/>
          </p:nvSpPr>
          <p:spPr>
            <a:xfrm>
              <a:off x="0" y="-9525"/>
              <a:ext cx="5486400" cy="739775"/>
            </a:xfrm>
            <a:prstGeom prst="rect">
              <a:avLst/>
            </a:prstGeom>
          </p:spPr>
          <p:txBody>
            <a:bodyPr lIns="0" tIns="0" rIns="0" bIns="0" rtlCol="0" anchor="ctr"/>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id="29" name="Group 29"/>
          <p:cNvGrpSpPr/>
          <p:nvPr/>
        </p:nvGrpSpPr>
        <p:grpSpPr>
          <a:xfrm>
            <a:off x="14031687" y="8045977"/>
            <a:ext cx="685800" cy="685800"/>
            <a:chOff x="0" y="0"/>
            <a:chExt cx="914400" cy="914400"/>
          </a:xfrm>
        </p:grpSpPr>
        <p:sp>
          <p:nvSpPr>
            <p:cNvPr id="30" name="Freeform 30"/>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solidFill>
              <a:srgbClr val="42B051"/>
            </a:solidFill>
          </p:spPr>
          <p:txBody>
            <a:bodyPr/>
            <a:lstStyle/>
            <a:p>
              <a:endParaRPr lang="en-IN"/>
            </a:p>
          </p:txBody>
        </p:sp>
      </p:grpSp>
      <p:grpSp>
        <p:nvGrpSpPr>
          <p:cNvPr id="31" name="Group 31"/>
          <p:cNvGrpSpPr/>
          <p:nvPr/>
        </p:nvGrpSpPr>
        <p:grpSpPr>
          <a:xfrm>
            <a:off x="10039188" y="2549833"/>
            <a:ext cx="479622" cy="479622"/>
            <a:chOff x="0" y="0"/>
            <a:chExt cx="639496" cy="639496"/>
          </a:xfrm>
        </p:grpSpPr>
        <p:sp>
          <p:nvSpPr>
            <p:cNvPr id="32" name="Freeform 32"/>
            <p:cNvSpPr/>
            <p:nvPr/>
          </p:nvSpPr>
          <p:spPr>
            <a:xfrm>
              <a:off x="0" y="0"/>
              <a:ext cx="639445" cy="639445"/>
            </a:xfrm>
            <a:custGeom>
              <a:avLst/>
              <a:gdLst/>
              <a:ahLst/>
              <a:cxnLst/>
              <a:rect l="l" t="t" r="r" b="b"/>
              <a:pathLst>
                <a:path w="639445" h="639445">
                  <a:moveTo>
                    <a:pt x="0" y="0"/>
                  </a:moveTo>
                  <a:lnTo>
                    <a:pt x="639445" y="0"/>
                  </a:lnTo>
                  <a:lnTo>
                    <a:pt x="639445" y="639445"/>
                  </a:lnTo>
                  <a:lnTo>
                    <a:pt x="0" y="639445"/>
                  </a:lnTo>
                  <a:close/>
                </a:path>
              </a:pathLst>
            </a:custGeom>
            <a:solidFill>
              <a:srgbClr val="2E83C3"/>
            </a:solidFill>
          </p:spPr>
          <p:txBody>
            <a:bodyPr/>
            <a:lstStyle/>
            <a:p>
              <a:endParaRPr lang="en-IN"/>
            </a:p>
          </p:txBody>
        </p:sp>
      </p:grpSp>
      <p:grpSp>
        <p:nvGrpSpPr>
          <p:cNvPr id="33" name="Group 33"/>
          <p:cNvGrpSpPr/>
          <p:nvPr/>
        </p:nvGrpSpPr>
        <p:grpSpPr>
          <a:xfrm>
            <a:off x="14031687" y="8846610"/>
            <a:ext cx="269967" cy="269967"/>
            <a:chOff x="0" y="0"/>
            <a:chExt cx="359956" cy="359956"/>
          </a:xfrm>
        </p:grpSpPr>
        <p:sp>
          <p:nvSpPr>
            <p:cNvPr id="34" name="Freeform 34"/>
            <p:cNvSpPr/>
            <p:nvPr/>
          </p:nvSpPr>
          <p:spPr>
            <a:xfrm>
              <a:off x="0" y="0"/>
              <a:ext cx="359918" cy="359918"/>
            </a:xfrm>
            <a:custGeom>
              <a:avLst/>
              <a:gdLst/>
              <a:ahLst/>
              <a:cxnLst/>
              <a:rect l="l" t="t" r="r" b="b"/>
              <a:pathLst>
                <a:path w="359918" h="359918">
                  <a:moveTo>
                    <a:pt x="0" y="0"/>
                  </a:moveTo>
                  <a:lnTo>
                    <a:pt x="359918" y="0"/>
                  </a:lnTo>
                  <a:lnTo>
                    <a:pt x="359918" y="359918"/>
                  </a:lnTo>
                  <a:lnTo>
                    <a:pt x="0" y="359918"/>
                  </a:lnTo>
                  <a:close/>
                </a:path>
              </a:pathLst>
            </a:custGeom>
            <a:solidFill>
              <a:srgbClr val="2E946B"/>
            </a:solidFill>
          </p:spPr>
          <p:txBody>
            <a:bodyPr/>
            <a:lstStyle/>
            <a:p>
              <a:endParaRPr lang="en-IN"/>
            </a:p>
          </p:txBody>
        </p:sp>
      </p:grpSp>
      <p:grpSp>
        <p:nvGrpSpPr>
          <p:cNvPr id="35" name="Group 35"/>
          <p:cNvGrpSpPr/>
          <p:nvPr/>
        </p:nvGrpSpPr>
        <p:grpSpPr>
          <a:xfrm>
            <a:off x="1013936" y="9707880"/>
            <a:ext cx="3214688" cy="289560"/>
            <a:chOff x="0" y="0"/>
            <a:chExt cx="4286250" cy="386080"/>
          </a:xfrm>
        </p:grpSpPr>
        <p:sp>
          <p:nvSpPr>
            <p:cNvPr id="36" name="Freeform 36"/>
            <p:cNvSpPr/>
            <p:nvPr/>
          </p:nvSpPr>
          <p:spPr>
            <a:xfrm>
              <a:off x="0" y="0"/>
              <a:ext cx="4286250" cy="386080"/>
            </a:xfrm>
            <a:custGeom>
              <a:avLst/>
              <a:gdLst/>
              <a:ahLst/>
              <a:cxnLst/>
              <a:rect l="l" t="t" r="r" b="b"/>
              <a:pathLst>
                <a:path w="4286250" h="386080">
                  <a:moveTo>
                    <a:pt x="0" y="0"/>
                  </a:moveTo>
                  <a:lnTo>
                    <a:pt x="4286250" y="0"/>
                  </a:lnTo>
                  <a:lnTo>
                    <a:pt x="4286250" y="386080"/>
                  </a:lnTo>
                  <a:lnTo>
                    <a:pt x="0" y="386080"/>
                  </a:lnTo>
                  <a:lnTo>
                    <a:pt x="0" y="0"/>
                  </a:lnTo>
                  <a:close/>
                </a:path>
              </a:pathLst>
            </a:custGeom>
            <a:blipFill>
              <a:blip r:embed="rId3"/>
              <a:stretch>
                <a:fillRect t="-2518486" r="-135857"/>
              </a:stretch>
            </a:blipFill>
          </p:spPr>
          <p:txBody>
            <a:bodyPr/>
            <a:lstStyle/>
            <a:p>
              <a:endParaRPr lang="en-IN"/>
            </a:p>
          </p:txBody>
        </p:sp>
      </p:grpSp>
      <p:sp>
        <p:nvSpPr>
          <p:cNvPr id="37" name="TextBox 37"/>
          <p:cNvSpPr txBox="1"/>
          <p:nvPr/>
        </p:nvSpPr>
        <p:spPr>
          <a:xfrm>
            <a:off x="1105376" y="582549"/>
            <a:ext cx="4289584" cy="1174109"/>
          </a:xfrm>
          <a:prstGeom prst="rect">
            <a:avLst/>
          </a:prstGeom>
        </p:spPr>
        <p:txBody>
          <a:bodyPr lIns="0" tIns="0" rIns="0" bIns="0" rtlCol="0" anchor="t">
            <a:spAutoFit/>
          </a:bodyPr>
          <a:lstStyle/>
          <a:p>
            <a:pPr algn="l">
              <a:lnSpc>
                <a:spcPts val="8640"/>
              </a:lnSpc>
            </a:pPr>
            <a:r>
              <a:rPr lang="en-US" sz="7200" b="1">
                <a:solidFill>
                  <a:srgbClr val="000000"/>
                </a:solidFill>
                <a:latin typeface="Trebuchet MS Bold"/>
                <a:ea typeface="Trebuchet MS Bold"/>
                <a:cs typeface="Trebuchet MS Bold"/>
                <a:sym typeface="Trebuchet MS Bold"/>
              </a:rPr>
              <a:t>RESULTS </a:t>
            </a:r>
          </a:p>
        </p:txBody>
      </p:sp>
      <p:pic>
        <p:nvPicPr>
          <p:cNvPr id="40" name="Picture 39">
            <a:extLst>
              <a:ext uri="{FF2B5EF4-FFF2-40B4-BE49-F238E27FC236}">
                <a16:creationId xmlns:a16="http://schemas.microsoft.com/office/drawing/2014/main" id="{47389607-AD10-9178-A4BB-3EBF023FEBF6}"/>
              </a:ext>
            </a:extLst>
          </p:cNvPr>
          <p:cNvPicPr>
            <a:picLocks noChangeAspect="1"/>
          </p:cNvPicPr>
          <p:nvPr/>
        </p:nvPicPr>
        <p:blipFill>
          <a:blip r:embed="rId4"/>
          <a:stretch>
            <a:fillRect/>
          </a:stretch>
        </p:blipFill>
        <p:spPr>
          <a:xfrm>
            <a:off x="1060870" y="1770946"/>
            <a:ext cx="10873264" cy="76554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4791360">
            <a:off x="9738484" y="5138738"/>
            <a:ext cx="10464870" cy="0"/>
          </a:xfrm>
          <a:prstGeom prst="line">
            <a:avLst/>
          </a:prstGeom>
          <a:ln w="9525" cap="rnd">
            <a:solidFill>
              <a:srgbClr val="5FCBEF"/>
            </a:solidFill>
            <a:prstDash val="solid"/>
            <a:headEnd type="none" w="sm" len="sm"/>
            <a:tailEnd type="none" w="sm" len="sm"/>
          </a:ln>
        </p:spPr>
        <p:txBody>
          <a:bodyPr/>
          <a:lstStyle/>
          <a:p>
            <a:endParaRPr lang="en-IN"/>
          </a:p>
        </p:txBody>
      </p:sp>
      <p:sp>
        <p:nvSpPr>
          <p:cNvPr id="3" name="AutoShape 3"/>
          <p:cNvSpPr/>
          <p:nvPr/>
        </p:nvSpPr>
        <p:spPr>
          <a:xfrm rot="8776560">
            <a:off x="10406482" y="7899797"/>
            <a:ext cx="8608171" cy="0"/>
          </a:xfrm>
          <a:prstGeom prst="line">
            <a:avLst/>
          </a:prstGeom>
          <a:ln w="9525" cap="rnd">
            <a:solidFill>
              <a:srgbClr val="5FCBEF"/>
            </a:solidFill>
            <a:prstDash val="solid"/>
            <a:headEnd type="none" w="sm" len="sm"/>
            <a:tailEnd type="none" w="sm" len="sm"/>
          </a:ln>
        </p:spPr>
        <p:txBody>
          <a:bodyPr/>
          <a:lstStyle/>
          <a:p>
            <a:endParaRPr lang="en-IN"/>
          </a:p>
        </p:txBody>
      </p:sp>
      <p:grpSp>
        <p:nvGrpSpPr>
          <p:cNvPr id="4" name="Group 4"/>
          <p:cNvGrpSpPr/>
          <p:nvPr/>
        </p:nvGrpSpPr>
        <p:grpSpPr>
          <a:xfrm>
            <a:off x="13772217" y="-12697"/>
            <a:ext cx="4511021" cy="10299697"/>
            <a:chOff x="0" y="0"/>
            <a:chExt cx="6014695" cy="13732929"/>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5FCBEF">
                <a:alpha val="12941"/>
              </a:srgbClr>
            </a:solidFill>
          </p:spPr>
          <p:txBody>
            <a:bodyPr/>
            <a:lstStyle/>
            <a:p>
              <a:endParaRPr lang="en-IN"/>
            </a:p>
          </p:txBody>
        </p:sp>
      </p:grpSp>
      <p:grpSp>
        <p:nvGrpSpPr>
          <p:cNvPr id="6" name="Group 6"/>
          <p:cNvGrpSpPr/>
          <p:nvPr/>
        </p:nvGrpSpPr>
        <p:grpSpPr>
          <a:xfrm>
            <a:off x="14405162" y="-12697"/>
            <a:ext cx="3882838" cy="10299697"/>
            <a:chOff x="0" y="0"/>
            <a:chExt cx="5177117" cy="13732929"/>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5FCBEF">
                <a:alpha val="3922"/>
              </a:srgbClr>
            </a:solidFill>
          </p:spPr>
          <p:txBody>
            <a:bodyPr/>
            <a:lstStyle/>
            <a:p>
              <a:endParaRPr lang="en-IN"/>
            </a:p>
          </p:txBody>
        </p:sp>
      </p:grpSp>
      <p:grpSp>
        <p:nvGrpSpPr>
          <p:cNvPr id="8" name="Group 8"/>
          <p:cNvGrpSpPr/>
          <p:nvPr/>
        </p:nvGrpSpPr>
        <p:grpSpPr>
          <a:xfrm>
            <a:off x="13398503" y="4572000"/>
            <a:ext cx="4889497" cy="5715000"/>
            <a:chOff x="0" y="0"/>
            <a:chExt cx="6519329"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7B0E4">
                <a:alpha val="43529"/>
              </a:srgbClr>
            </a:solidFill>
          </p:spPr>
          <p:txBody>
            <a:bodyPr/>
            <a:lstStyle/>
            <a:p>
              <a:endParaRPr lang="en-IN"/>
            </a:p>
          </p:txBody>
        </p:sp>
      </p:grpSp>
      <p:grpSp>
        <p:nvGrpSpPr>
          <p:cNvPr id="10" name="Group 10"/>
          <p:cNvGrpSpPr/>
          <p:nvPr/>
        </p:nvGrpSpPr>
        <p:grpSpPr>
          <a:xfrm>
            <a:off x="14001750" y="-12697"/>
            <a:ext cx="4281488" cy="10299697"/>
            <a:chOff x="0" y="0"/>
            <a:chExt cx="5708650" cy="13732929"/>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7B0E4">
                <a:alpha val="24706"/>
              </a:srgbClr>
            </a:solidFill>
          </p:spPr>
          <p:txBody>
            <a:bodyPr/>
            <a:lstStyle/>
            <a:p>
              <a:endParaRPr lang="en-IN"/>
            </a:p>
          </p:txBody>
        </p:sp>
      </p:grpSp>
      <p:grpSp>
        <p:nvGrpSpPr>
          <p:cNvPr id="12" name="Group 12"/>
          <p:cNvGrpSpPr/>
          <p:nvPr/>
        </p:nvGrpSpPr>
        <p:grpSpPr>
          <a:xfrm>
            <a:off x="16348091" y="-12697"/>
            <a:ext cx="1935137" cy="10299697"/>
            <a:chOff x="0" y="0"/>
            <a:chExt cx="2580183" cy="13732929"/>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E83C3">
                <a:alpha val="48627"/>
              </a:srgbClr>
            </a:solidFill>
          </p:spPr>
          <p:txBody>
            <a:bodyPr/>
            <a:lstStyle/>
            <a:p>
              <a:endParaRPr lang="en-IN"/>
            </a:p>
          </p:txBody>
        </p:sp>
      </p:grpSp>
      <p:grpSp>
        <p:nvGrpSpPr>
          <p:cNvPr id="14" name="Group 14"/>
          <p:cNvGrpSpPr/>
          <p:nvPr/>
        </p:nvGrpSpPr>
        <p:grpSpPr>
          <a:xfrm>
            <a:off x="16408498" y="-12697"/>
            <a:ext cx="1874739" cy="10299697"/>
            <a:chOff x="0" y="0"/>
            <a:chExt cx="2499652" cy="13732929"/>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236292">
                <a:alpha val="63922"/>
              </a:srgbClr>
            </a:solidFill>
          </p:spPr>
          <p:txBody>
            <a:bodyPr/>
            <a:lstStyle/>
            <a:p>
              <a:endParaRPr lang="en-IN"/>
            </a:p>
          </p:txBody>
        </p:sp>
      </p:grpSp>
      <p:grpSp>
        <p:nvGrpSpPr>
          <p:cNvPr id="16" name="Group 16"/>
          <p:cNvGrpSpPr/>
          <p:nvPr/>
        </p:nvGrpSpPr>
        <p:grpSpPr>
          <a:xfrm>
            <a:off x="15557497" y="5384797"/>
            <a:ext cx="2725741" cy="4902203"/>
            <a:chOff x="0" y="0"/>
            <a:chExt cx="3634321" cy="6536271"/>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7B0E4">
                <a:alpha val="43529"/>
              </a:srgbClr>
            </a:solidFill>
          </p:spPr>
          <p:txBody>
            <a:bodyPr/>
            <a:lstStyle/>
            <a:p>
              <a:endParaRPr lang="en-IN"/>
            </a:p>
          </p:txBody>
        </p:sp>
      </p:grpSp>
      <p:grpSp>
        <p:nvGrpSpPr>
          <p:cNvPr id="18" name="Group 18"/>
          <p:cNvGrpSpPr/>
          <p:nvPr/>
        </p:nvGrpSpPr>
        <p:grpSpPr>
          <a:xfrm>
            <a:off x="0" y="6019800"/>
            <a:ext cx="673103" cy="4267200"/>
            <a:chOff x="0" y="0"/>
            <a:chExt cx="897471"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5FCBEF">
                <a:alpha val="48627"/>
              </a:srgbClr>
            </a:solidFill>
          </p:spPr>
          <p:txBody>
            <a:bodyPr/>
            <a:lstStyle/>
            <a:p>
              <a:endParaRPr lang="en-IN"/>
            </a:p>
          </p:txBody>
        </p:sp>
      </p:grpSp>
      <p:grpSp>
        <p:nvGrpSpPr>
          <p:cNvPr id="20" name="Group 20"/>
          <p:cNvGrpSpPr/>
          <p:nvPr/>
        </p:nvGrpSpPr>
        <p:grpSpPr>
          <a:xfrm>
            <a:off x="990590" y="9568358"/>
            <a:ext cx="4114800" cy="547688"/>
            <a:chOff x="0" y="0"/>
            <a:chExt cx="5486400" cy="730250"/>
          </a:xfrm>
        </p:grpSpPr>
        <p:sp>
          <p:nvSpPr>
            <p:cNvPr id="21" name="Freeform 21"/>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2" name="TextBox 22"/>
            <p:cNvSpPr txBox="1"/>
            <p:nvPr/>
          </p:nvSpPr>
          <p:spPr>
            <a:xfrm>
              <a:off x="0" y="-9525"/>
              <a:ext cx="5486400" cy="739775"/>
            </a:xfrm>
            <a:prstGeom prst="rect">
              <a:avLst/>
            </a:prstGeom>
          </p:spPr>
          <p:txBody>
            <a:bodyPr lIns="0" tIns="0" rIns="0" bIns="0" rtlCol="0" anchor="ctr"/>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id="23" name="Group 23"/>
          <p:cNvGrpSpPr/>
          <p:nvPr/>
        </p:nvGrpSpPr>
        <p:grpSpPr>
          <a:xfrm>
            <a:off x="2168290" y="9568358"/>
            <a:ext cx="6172200" cy="547688"/>
            <a:chOff x="0" y="0"/>
            <a:chExt cx="8229600" cy="730250"/>
          </a:xfrm>
        </p:grpSpPr>
        <p:sp>
          <p:nvSpPr>
            <p:cNvPr id="24" name="Freeform 24"/>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2">
                <a:alphaModFix amt="0"/>
              </a:blip>
              <a:stretch>
                <a:fillRect t="-169587" b="-169587"/>
              </a:stretch>
            </a:blipFill>
          </p:spPr>
          <p:txBody>
            <a:bodyPr/>
            <a:lstStyle/>
            <a:p>
              <a:endParaRPr lang="en-IN"/>
            </a:p>
          </p:txBody>
        </p:sp>
        <p:sp>
          <p:nvSpPr>
            <p:cNvPr id="25" name="TextBox 25"/>
            <p:cNvSpPr txBox="1"/>
            <p:nvPr/>
          </p:nvSpPr>
          <p:spPr>
            <a:xfrm>
              <a:off x="0" y="-9525"/>
              <a:ext cx="8229600" cy="739775"/>
            </a:xfrm>
            <a:prstGeom prst="rect">
              <a:avLst/>
            </a:prstGeom>
          </p:spPr>
          <p:txBody>
            <a:bodyPr lIns="0" tIns="0" rIns="0" bIns="0" rtlCol="0" anchor="ctr"/>
            <a:lstStyle/>
            <a:p>
              <a:pPr algn="l">
                <a:lnSpc>
                  <a:spcPts val="1980"/>
                </a:lnSpc>
              </a:pPr>
              <a:r>
                <a:rPr lang="en-US" sz="1650" b="1">
                  <a:solidFill>
                    <a:srgbClr val="2E83C3"/>
                  </a:solidFill>
                  <a:latin typeface="Trebuchet MS Bold"/>
                  <a:ea typeface="Trebuchet MS Bold"/>
                  <a:cs typeface="Trebuchet MS Bold"/>
                  <a:sym typeface="Trebuchet MS Bold"/>
                </a:rPr>
                <a:t>Annual Review</a:t>
              </a:r>
            </a:p>
          </p:txBody>
        </p:sp>
      </p:grpSp>
      <p:grpSp>
        <p:nvGrpSpPr>
          <p:cNvPr id="26" name="Group 26"/>
          <p:cNvGrpSpPr/>
          <p:nvPr/>
        </p:nvGrpSpPr>
        <p:grpSpPr>
          <a:xfrm>
            <a:off x="13208003" y="9568358"/>
            <a:ext cx="4114800" cy="547688"/>
            <a:chOff x="0" y="0"/>
            <a:chExt cx="5486400" cy="730250"/>
          </a:xfrm>
        </p:grpSpPr>
        <p:sp>
          <p:nvSpPr>
            <p:cNvPr id="27" name="Freeform 2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8" name="TextBox 28"/>
            <p:cNvSpPr txBox="1"/>
            <p:nvPr/>
          </p:nvSpPr>
          <p:spPr>
            <a:xfrm>
              <a:off x="0" y="-9525"/>
              <a:ext cx="5486400" cy="739775"/>
            </a:xfrm>
            <a:prstGeom prst="rect">
              <a:avLst/>
            </a:prstGeom>
          </p:spPr>
          <p:txBody>
            <a:bodyPr lIns="0" tIns="0" rIns="0" bIns="0" rtlCol="0" anchor="ctr"/>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id="29" name="Group 29"/>
          <p:cNvGrpSpPr/>
          <p:nvPr/>
        </p:nvGrpSpPr>
        <p:grpSpPr>
          <a:xfrm>
            <a:off x="14031687" y="8045977"/>
            <a:ext cx="685800" cy="685800"/>
            <a:chOff x="0" y="0"/>
            <a:chExt cx="914400" cy="914400"/>
          </a:xfrm>
        </p:grpSpPr>
        <p:sp>
          <p:nvSpPr>
            <p:cNvPr id="30" name="Freeform 30"/>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solidFill>
              <a:srgbClr val="42B051"/>
            </a:solidFill>
          </p:spPr>
          <p:txBody>
            <a:bodyPr/>
            <a:lstStyle/>
            <a:p>
              <a:endParaRPr lang="en-IN"/>
            </a:p>
          </p:txBody>
        </p:sp>
      </p:grpSp>
      <p:grpSp>
        <p:nvGrpSpPr>
          <p:cNvPr id="31" name="Group 31"/>
          <p:cNvGrpSpPr/>
          <p:nvPr/>
        </p:nvGrpSpPr>
        <p:grpSpPr>
          <a:xfrm>
            <a:off x="10039188" y="2549833"/>
            <a:ext cx="479622" cy="479622"/>
            <a:chOff x="0" y="0"/>
            <a:chExt cx="639496" cy="639496"/>
          </a:xfrm>
        </p:grpSpPr>
        <p:sp>
          <p:nvSpPr>
            <p:cNvPr id="32" name="Freeform 32"/>
            <p:cNvSpPr/>
            <p:nvPr/>
          </p:nvSpPr>
          <p:spPr>
            <a:xfrm>
              <a:off x="0" y="0"/>
              <a:ext cx="639445" cy="639445"/>
            </a:xfrm>
            <a:custGeom>
              <a:avLst/>
              <a:gdLst/>
              <a:ahLst/>
              <a:cxnLst/>
              <a:rect l="l" t="t" r="r" b="b"/>
              <a:pathLst>
                <a:path w="639445" h="639445">
                  <a:moveTo>
                    <a:pt x="0" y="0"/>
                  </a:moveTo>
                  <a:lnTo>
                    <a:pt x="639445" y="0"/>
                  </a:lnTo>
                  <a:lnTo>
                    <a:pt x="639445" y="639445"/>
                  </a:lnTo>
                  <a:lnTo>
                    <a:pt x="0" y="639445"/>
                  </a:lnTo>
                  <a:close/>
                </a:path>
              </a:pathLst>
            </a:custGeom>
            <a:solidFill>
              <a:srgbClr val="2E83C3"/>
            </a:solidFill>
          </p:spPr>
          <p:txBody>
            <a:bodyPr/>
            <a:lstStyle/>
            <a:p>
              <a:endParaRPr lang="en-IN"/>
            </a:p>
          </p:txBody>
        </p:sp>
      </p:grpSp>
      <p:grpSp>
        <p:nvGrpSpPr>
          <p:cNvPr id="33" name="Group 33"/>
          <p:cNvGrpSpPr/>
          <p:nvPr/>
        </p:nvGrpSpPr>
        <p:grpSpPr>
          <a:xfrm>
            <a:off x="14031687" y="8846610"/>
            <a:ext cx="269967" cy="269967"/>
            <a:chOff x="0" y="0"/>
            <a:chExt cx="359956" cy="359956"/>
          </a:xfrm>
        </p:grpSpPr>
        <p:sp>
          <p:nvSpPr>
            <p:cNvPr id="34" name="Freeform 34"/>
            <p:cNvSpPr/>
            <p:nvPr/>
          </p:nvSpPr>
          <p:spPr>
            <a:xfrm>
              <a:off x="0" y="0"/>
              <a:ext cx="359918" cy="359918"/>
            </a:xfrm>
            <a:custGeom>
              <a:avLst/>
              <a:gdLst/>
              <a:ahLst/>
              <a:cxnLst/>
              <a:rect l="l" t="t" r="r" b="b"/>
              <a:pathLst>
                <a:path w="359918" h="359918">
                  <a:moveTo>
                    <a:pt x="0" y="0"/>
                  </a:moveTo>
                  <a:lnTo>
                    <a:pt x="359918" y="0"/>
                  </a:lnTo>
                  <a:lnTo>
                    <a:pt x="359918" y="359918"/>
                  </a:lnTo>
                  <a:lnTo>
                    <a:pt x="0" y="359918"/>
                  </a:lnTo>
                  <a:close/>
                </a:path>
              </a:pathLst>
            </a:custGeom>
            <a:solidFill>
              <a:srgbClr val="2E946B"/>
            </a:solidFill>
          </p:spPr>
          <p:txBody>
            <a:bodyPr/>
            <a:lstStyle/>
            <a:p>
              <a:endParaRPr lang="en-IN"/>
            </a:p>
          </p:txBody>
        </p:sp>
      </p:grpSp>
      <p:grpSp>
        <p:nvGrpSpPr>
          <p:cNvPr id="35" name="Group 35"/>
          <p:cNvGrpSpPr/>
          <p:nvPr/>
        </p:nvGrpSpPr>
        <p:grpSpPr>
          <a:xfrm>
            <a:off x="1013936" y="9707880"/>
            <a:ext cx="3214688" cy="289560"/>
            <a:chOff x="0" y="0"/>
            <a:chExt cx="4286250" cy="386080"/>
          </a:xfrm>
        </p:grpSpPr>
        <p:sp>
          <p:nvSpPr>
            <p:cNvPr id="36" name="Freeform 36"/>
            <p:cNvSpPr/>
            <p:nvPr/>
          </p:nvSpPr>
          <p:spPr>
            <a:xfrm>
              <a:off x="0" y="0"/>
              <a:ext cx="4286250" cy="386080"/>
            </a:xfrm>
            <a:custGeom>
              <a:avLst/>
              <a:gdLst/>
              <a:ahLst/>
              <a:cxnLst/>
              <a:rect l="l" t="t" r="r" b="b"/>
              <a:pathLst>
                <a:path w="4286250" h="386080">
                  <a:moveTo>
                    <a:pt x="0" y="0"/>
                  </a:moveTo>
                  <a:lnTo>
                    <a:pt x="4286250" y="0"/>
                  </a:lnTo>
                  <a:lnTo>
                    <a:pt x="4286250" y="386080"/>
                  </a:lnTo>
                  <a:lnTo>
                    <a:pt x="0" y="386080"/>
                  </a:lnTo>
                  <a:lnTo>
                    <a:pt x="0" y="0"/>
                  </a:lnTo>
                  <a:close/>
                </a:path>
              </a:pathLst>
            </a:custGeom>
            <a:blipFill>
              <a:blip r:embed="rId3"/>
              <a:stretch>
                <a:fillRect t="-2518486" r="-135857"/>
              </a:stretch>
            </a:blipFill>
          </p:spPr>
          <p:txBody>
            <a:bodyPr/>
            <a:lstStyle/>
            <a:p>
              <a:endParaRPr lang="en-IN"/>
            </a:p>
          </p:txBody>
        </p:sp>
      </p:grpSp>
      <p:sp>
        <p:nvSpPr>
          <p:cNvPr id="37" name="TextBox 37"/>
          <p:cNvSpPr txBox="1"/>
          <p:nvPr/>
        </p:nvSpPr>
        <p:spPr>
          <a:xfrm>
            <a:off x="1105376" y="582549"/>
            <a:ext cx="4289584" cy="1174109"/>
          </a:xfrm>
          <a:prstGeom prst="rect">
            <a:avLst/>
          </a:prstGeom>
        </p:spPr>
        <p:txBody>
          <a:bodyPr lIns="0" tIns="0" rIns="0" bIns="0" rtlCol="0" anchor="t">
            <a:spAutoFit/>
          </a:bodyPr>
          <a:lstStyle/>
          <a:p>
            <a:pPr algn="l">
              <a:lnSpc>
                <a:spcPts val="8640"/>
              </a:lnSpc>
            </a:pPr>
            <a:r>
              <a:rPr lang="en-US" sz="7200" b="1">
                <a:solidFill>
                  <a:srgbClr val="000000"/>
                </a:solidFill>
                <a:latin typeface="Trebuchet MS Bold"/>
                <a:ea typeface="Trebuchet MS Bold"/>
                <a:cs typeface="Trebuchet MS Bold"/>
                <a:sym typeface="Trebuchet MS Bold"/>
              </a:rPr>
              <a:t>RESULTS </a:t>
            </a:r>
          </a:p>
        </p:txBody>
      </p:sp>
      <p:pic>
        <p:nvPicPr>
          <p:cNvPr id="40" name="Picture 39">
            <a:extLst>
              <a:ext uri="{FF2B5EF4-FFF2-40B4-BE49-F238E27FC236}">
                <a16:creationId xmlns:a16="http://schemas.microsoft.com/office/drawing/2014/main" id="{5495C060-43ED-EA89-90C7-6089E20087AB}"/>
              </a:ext>
            </a:extLst>
          </p:cNvPr>
          <p:cNvPicPr>
            <a:picLocks noChangeAspect="1"/>
          </p:cNvPicPr>
          <p:nvPr/>
        </p:nvPicPr>
        <p:blipFill>
          <a:blip r:embed="rId4"/>
          <a:stretch>
            <a:fillRect/>
          </a:stretch>
        </p:blipFill>
        <p:spPr>
          <a:xfrm>
            <a:off x="902664" y="1896179"/>
            <a:ext cx="11289336" cy="72203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4791360">
            <a:off x="9738484" y="5138738"/>
            <a:ext cx="10464870" cy="0"/>
          </a:xfrm>
          <a:prstGeom prst="line">
            <a:avLst/>
          </a:prstGeom>
          <a:ln w="9525" cap="rnd">
            <a:solidFill>
              <a:srgbClr val="5FCBEF"/>
            </a:solidFill>
            <a:prstDash val="solid"/>
            <a:headEnd type="none" w="sm" len="sm"/>
            <a:tailEnd type="none" w="sm" len="sm"/>
          </a:ln>
        </p:spPr>
        <p:txBody>
          <a:bodyPr/>
          <a:lstStyle/>
          <a:p>
            <a:endParaRPr lang="en-IN"/>
          </a:p>
        </p:txBody>
      </p:sp>
      <p:sp>
        <p:nvSpPr>
          <p:cNvPr id="3" name="AutoShape 3"/>
          <p:cNvSpPr/>
          <p:nvPr/>
        </p:nvSpPr>
        <p:spPr>
          <a:xfrm rot="8776560">
            <a:off x="10406482" y="7899797"/>
            <a:ext cx="8608171" cy="0"/>
          </a:xfrm>
          <a:prstGeom prst="line">
            <a:avLst/>
          </a:prstGeom>
          <a:ln w="9525" cap="rnd">
            <a:solidFill>
              <a:srgbClr val="5FCBEF"/>
            </a:solidFill>
            <a:prstDash val="solid"/>
            <a:headEnd type="none" w="sm" len="sm"/>
            <a:tailEnd type="none" w="sm" len="sm"/>
          </a:ln>
        </p:spPr>
        <p:txBody>
          <a:bodyPr/>
          <a:lstStyle/>
          <a:p>
            <a:endParaRPr lang="en-IN"/>
          </a:p>
        </p:txBody>
      </p:sp>
      <p:grpSp>
        <p:nvGrpSpPr>
          <p:cNvPr id="4" name="Group 4"/>
          <p:cNvGrpSpPr/>
          <p:nvPr/>
        </p:nvGrpSpPr>
        <p:grpSpPr>
          <a:xfrm>
            <a:off x="13772217" y="-12697"/>
            <a:ext cx="4511021" cy="10299697"/>
            <a:chOff x="0" y="0"/>
            <a:chExt cx="6014695" cy="13732929"/>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5FCBEF">
                <a:alpha val="12941"/>
              </a:srgbClr>
            </a:solidFill>
          </p:spPr>
          <p:txBody>
            <a:bodyPr/>
            <a:lstStyle/>
            <a:p>
              <a:endParaRPr lang="en-IN"/>
            </a:p>
          </p:txBody>
        </p:sp>
      </p:grpSp>
      <p:grpSp>
        <p:nvGrpSpPr>
          <p:cNvPr id="6" name="Group 6"/>
          <p:cNvGrpSpPr/>
          <p:nvPr/>
        </p:nvGrpSpPr>
        <p:grpSpPr>
          <a:xfrm>
            <a:off x="14405162" y="-12697"/>
            <a:ext cx="3882838" cy="10299697"/>
            <a:chOff x="0" y="0"/>
            <a:chExt cx="5177117" cy="13732929"/>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5FCBEF">
                <a:alpha val="3922"/>
              </a:srgbClr>
            </a:solidFill>
          </p:spPr>
          <p:txBody>
            <a:bodyPr/>
            <a:lstStyle/>
            <a:p>
              <a:endParaRPr lang="en-IN"/>
            </a:p>
          </p:txBody>
        </p:sp>
      </p:grpSp>
      <p:grpSp>
        <p:nvGrpSpPr>
          <p:cNvPr id="8" name="Group 8"/>
          <p:cNvGrpSpPr/>
          <p:nvPr/>
        </p:nvGrpSpPr>
        <p:grpSpPr>
          <a:xfrm>
            <a:off x="13398503" y="4572000"/>
            <a:ext cx="4889497" cy="5715000"/>
            <a:chOff x="0" y="0"/>
            <a:chExt cx="6519329"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7B0E4">
                <a:alpha val="43529"/>
              </a:srgbClr>
            </a:solidFill>
          </p:spPr>
          <p:txBody>
            <a:bodyPr/>
            <a:lstStyle/>
            <a:p>
              <a:endParaRPr lang="en-IN"/>
            </a:p>
          </p:txBody>
        </p:sp>
      </p:grpSp>
      <p:grpSp>
        <p:nvGrpSpPr>
          <p:cNvPr id="10" name="Group 10"/>
          <p:cNvGrpSpPr/>
          <p:nvPr/>
        </p:nvGrpSpPr>
        <p:grpSpPr>
          <a:xfrm>
            <a:off x="14001750" y="-12697"/>
            <a:ext cx="4281488" cy="10299697"/>
            <a:chOff x="0" y="0"/>
            <a:chExt cx="5708650" cy="13732929"/>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7B0E4">
                <a:alpha val="24706"/>
              </a:srgbClr>
            </a:solidFill>
          </p:spPr>
          <p:txBody>
            <a:bodyPr/>
            <a:lstStyle/>
            <a:p>
              <a:endParaRPr lang="en-IN"/>
            </a:p>
          </p:txBody>
        </p:sp>
      </p:grpSp>
      <p:grpSp>
        <p:nvGrpSpPr>
          <p:cNvPr id="12" name="Group 12"/>
          <p:cNvGrpSpPr/>
          <p:nvPr/>
        </p:nvGrpSpPr>
        <p:grpSpPr>
          <a:xfrm>
            <a:off x="16348091" y="-12697"/>
            <a:ext cx="1935137" cy="10299697"/>
            <a:chOff x="0" y="0"/>
            <a:chExt cx="2580183" cy="13732929"/>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E83C3">
                <a:alpha val="48627"/>
              </a:srgbClr>
            </a:solidFill>
          </p:spPr>
          <p:txBody>
            <a:bodyPr/>
            <a:lstStyle/>
            <a:p>
              <a:endParaRPr lang="en-IN"/>
            </a:p>
          </p:txBody>
        </p:sp>
      </p:grpSp>
      <p:grpSp>
        <p:nvGrpSpPr>
          <p:cNvPr id="14" name="Group 14"/>
          <p:cNvGrpSpPr/>
          <p:nvPr/>
        </p:nvGrpSpPr>
        <p:grpSpPr>
          <a:xfrm>
            <a:off x="16408498" y="-12697"/>
            <a:ext cx="1874739" cy="10299697"/>
            <a:chOff x="0" y="0"/>
            <a:chExt cx="2499652" cy="13732929"/>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236292">
                <a:alpha val="63922"/>
              </a:srgbClr>
            </a:solidFill>
          </p:spPr>
          <p:txBody>
            <a:bodyPr/>
            <a:lstStyle/>
            <a:p>
              <a:endParaRPr lang="en-IN"/>
            </a:p>
          </p:txBody>
        </p:sp>
      </p:grpSp>
      <p:grpSp>
        <p:nvGrpSpPr>
          <p:cNvPr id="16" name="Group 16"/>
          <p:cNvGrpSpPr/>
          <p:nvPr/>
        </p:nvGrpSpPr>
        <p:grpSpPr>
          <a:xfrm>
            <a:off x="15557497" y="5384797"/>
            <a:ext cx="2725741" cy="4902203"/>
            <a:chOff x="0" y="0"/>
            <a:chExt cx="3634321" cy="6536271"/>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7B0E4">
                <a:alpha val="43529"/>
              </a:srgbClr>
            </a:solidFill>
          </p:spPr>
          <p:txBody>
            <a:bodyPr/>
            <a:lstStyle/>
            <a:p>
              <a:endParaRPr lang="en-IN"/>
            </a:p>
          </p:txBody>
        </p:sp>
      </p:grpSp>
      <p:grpSp>
        <p:nvGrpSpPr>
          <p:cNvPr id="18" name="Group 18"/>
          <p:cNvGrpSpPr/>
          <p:nvPr/>
        </p:nvGrpSpPr>
        <p:grpSpPr>
          <a:xfrm>
            <a:off x="0" y="6019800"/>
            <a:ext cx="673103" cy="4267200"/>
            <a:chOff x="0" y="0"/>
            <a:chExt cx="897471"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5FCBEF">
                <a:alpha val="48627"/>
              </a:srgbClr>
            </a:solidFill>
          </p:spPr>
          <p:txBody>
            <a:bodyPr/>
            <a:lstStyle/>
            <a:p>
              <a:endParaRPr lang="en-IN"/>
            </a:p>
          </p:txBody>
        </p:sp>
      </p:grpSp>
      <p:grpSp>
        <p:nvGrpSpPr>
          <p:cNvPr id="20" name="Group 20"/>
          <p:cNvGrpSpPr/>
          <p:nvPr/>
        </p:nvGrpSpPr>
        <p:grpSpPr>
          <a:xfrm>
            <a:off x="990590" y="9568358"/>
            <a:ext cx="4114800" cy="547688"/>
            <a:chOff x="0" y="0"/>
            <a:chExt cx="5486400" cy="730250"/>
          </a:xfrm>
        </p:grpSpPr>
        <p:sp>
          <p:nvSpPr>
            <p:cNvPr id="21" name="Freeform 21"/>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2" name="TextBox 22"/>
            <p:cNvSpPr txBox="1"/>
            <p:nvPr/>
          </p:nvSpPr>
          <p:spPr>
            <a:xfrm>
              <a:off x="0" y="-9525"/>
              <a:ext cx="5486400" cy="739775"/>
            </a:xfrm>
            <a:prstGeom prst="rect">
              <a:avLst/>
            </a:prstGeom>
          </p:spPr>
          <p:txBody>
            <a:bodyPr lIns="0" tIns="0" rIns="0" bIns="0" rtlCol="0" anchor="ctr"/>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id="23" name="Group 23"/>
          <p:cNvGrpSpPr/>
          <p:nvPr/>
        </p:nvGrpSpPr>
        <p:grpSpPr>
          <a:xfrm>
            <a:off x="2168290" y="9568358"/>
            <a:ext cx="6172200" cy="547688"/>
            <a:chOff x="0" y="0"/>
            <a:chExt cx="8229600" cy="730250"/>
          </a:xfrm>
        </p:grpSpPr>
        <p:sp>
          <p:nvSpPr>
            <p:cNvPr id="24" name="Freeform 24"/>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2">
                <a:alphaModFix amt="0"/>
              </a:blip>
              <a:stretch>
                <a:fillRect t="-169587" b="-169587"/>
              </a:stretch>
            </a:blipFill>
          </p:spPr>
          <p:txBody>
            <a:bodyPr/>
            <a:lstStyle/>
            <a:p>
              <a:endParaRPr lang="en-IN"/>
            </a:p>
          </p:txBody>
        </p:sp>
        <p:sp>
          <p:nvSpPr>
            <p:cNvPr id="25" name="TextBox 25"/>
            <p:cNvSpPr txBox="1"/>
            <p:nvPr/>
          </p:nvSpPr>
          <p:spPr>
            <a:xfrm>
              <a:off x="0" y="-9525"/>
              <a:ext cx="8229600" cy="739775"/>
            </a:xfrm>
            <a:prstGeom prst="rect">
              <a:avLst/>
            </a:prstGeom>
          </p:spPr>
          <p:txBody>
            <a:bodyPr lIns="0" tIns="0" rIns="0" bIns="0" rtlCol="0" anchor="ctr"/>
            <a:lstStyle/>
            <a:p>
              <a:pPr algn="l">
                <a:lnSpc>
                  <a:spcPts val="1980"/>
                </a:lnSpc>
              </a:pPr>
              <a:r>
                <a:rPr lang="en-US" sz="1650" b="1">
                  <a:solidFill>
                    <a:srgbClr val="2E83C3"/>
                  </a:solidFill>
                  <a:latin typeface="Trebuchet MS Bold"/>
                  <a:ea typeface="Trebuchet MS Bold"/>
                  <a:cs typeface="Trebuchet MS Bold"/>
                  <a:sym typeface="Trebuchet MS Bold"/>
                </a:rPr>
                <a:t>Annual Review</a:t>
              </a:r>
            </a:p>
          </p:txBody>
        </p:sp>
      </p:grpSp>
      <p:grpSp>
        <p:nvGrpSpPr>
          <p:cNvPr id="26" name="Group 26"/>
          <p:cNvGrpSpPr/>
          <p:nvPr/>
        </p:nvGrpSpPr>
        <p:grpSpPr>
          <a:xfrm>
            <a:off x="13208003" y="9568358"/>
            <a:ext cx="4114800" cy="547688"/>
            <a:chOff x="0" y="0"/>
            <a:chExt cx="5486400" cy="730250"/>
          </a:xfrm>
        </p:grpSpPr>
        <p:sp>
          <p:nvSpPr>
            <p:cNvPr id="27" name="Freeform 2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8" name="TextBox 28"/>
            <p:cNvSpPr txBox="1"/>
            <p:nvPr/>
          </p:nvSpPr>
          <p:spPr>
            <a:xfrm>
              <a:off x="0" y="-9525"/>
              <a:ext cx="5486400" cy="739775"/>
            </a:xfrm>
            <a:prstGeom prst="rect">
              <a:avLst/>
            </a:prstGeom>
          </p:spPr>
          <p:txBody>
            <a:bodyPr lIns="0" tIns="0" rIns="0" bIns="0" rtlCol="0" anchor="ctr"/>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id="29" name="Group 29"/>
          <p:cNvGrpSpPr/>
          <p:nvPr/>
        </p:nvGrpSpPr>
        <p:grpSpPr>
          <a:xfrm>
            <a:off x="14031687" y="8045977"/>
            <a:ext cx="685800" cy="685800"/>
            <a:chOff x="0" y="0"/>
            <a:chExt cx="914400" cy="914400"/>
          </a:xfrm>
        </p:grpSpPr>
        <p:sp>
          <p:nvSpPr>
            <p:cNvPr id="30" name="Freeform 30"/>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solidFill>
              <a:srgbClr val="42B051"/>
            </a:solidFill>
          </p:spPr>
          <p:txBody>
            <a:bodyPr/>
            <a:lstStyle/>
            <a:p>
              <a:endParaRPr lang="en-IN"/>
            </a:p>
          </p:txBody>
        </p:sp>
      </p:grpSp>
      <p:grpSp>
        <p:nvGrpSpPr>
          <p:cNvPr id="31" name="Group 31"/>
          <p:cNvGrpSpPr/>
          <p:nvPr/>
        </p:nvGrpSpPr>
        <p:grpSpPr>
          <a:xfrm>
            <a:off x="10039188" y="2549833"/>
            <a:ext cx="479622" cy="479622"/>
            <a:chOff x="0" y="0"/>
            <a:chExt cx="639496" cy="639496"/>
          </a:xfrm>
        </p:grpSpPr>
        <p:sp>
          <p:nvSpPr>
            <p:cNvPr id="32" name="Freeform 32"/>
            <p:cNvSpPr/>
            <p:nvPr/>
          </p:nvSpPr>
          <p:spPr>
            <a:xfrm>
              <a:off x="0" y="0"/>
              <a:ext cx="639445" cy="639445"/>
            </a:xfrm>
            <a:custGeom>
              <a:avLst/>
              <a:gdLst/>
              <a:ahLst/>
              <a:cxnLst/>
              <a:rect l="l" t="t" r="r" b="b"/>
              <a:pathLst>
                <a:path w="639445" h="639445">
                  <a:moveTo>
                    <a:pt x="0" y="0"/>
                  </a:moveTo>
                  <a:lnTo>
                    <a:pt x="639445" y="0"/>
                  </a:lnTo>
                  <a:lnTo>
                    <a:pt x="639445" y="639445"/>
                  </a:lnTo>
                  <a:lnTo>
                    <a:pt x="0" y="639445"/>
                  </a:lnTo>
                  <a:close/>
                </a:path>
              </a:pathLst>
            </a:custGeom>
            <a:solidFill>
              <a:srgbClr val="2E83C3"/>
            </a:solidFill>
          </p:spPr>
          <p:txBody>
            <a:bodyPr/>
            <a:lstStyle/>
            <a:p>
              <a:endParaRPr lang="en-IN"/>
            </a:p>
          </p:txBody>
        </p:sp>
      </p:grpSp>
      <p:grpSp>
        <p:nvGrpSpPr>
          <p:cNvPr id="33" name="Group 33"/>
          <p:cNvGrpSpPr/>
          <p:nvPr/>
        </p:nvGrpSpPr>
        <p:grpSpPr>
          <a:xfrm>
            <a:off x="14031687" y="8846610"/>
            <a:ext cx="269967" cy="269967"/>
            <a:chOff x="0" y="0"/>
            <a:chExt cx="359956" cy="359956"/>
          </a:xfrm>
        </p:grpSpPr>
        <p:sp>
          <p:nvSpPr>
            <p:cNvPr id="34" name="Freeform 34"/>
            <p:cNvSpPr/>
            <p:nvPr/>
          </p:nvSpPr>
          <p:spPr>
            <a:xfrm>
              <a:off x="0" y="0"/>
              <a:ext cx="359918" cy="359918"/>
            </a:xfrm>
            <a:custGeom>
              <a:avLst/>
              <a:gdLst/>
              <a:ahLst/>
              <a:cxnLst/>
              <a:rect l="l" t="t" r="r" b="b"/>
              <a:pathLst>
                <a:path w="359918" h="359918">
                  <a:moveTo>
                    <a:pt x="0" y="0"/>
                  </a:moveTo>
                  <a:lnTo>
                    <a:pt x="359918" y="0"/>
                  </a:lnTo>
                  <a:lnTo>
                    <a:pt x="359918" y="359918"/>
                  </a:lnTo>
                  <a:lnTo>
                    <a:pt x="0" y="359918"/>
                  </a:lnTo>
                  <a:close/>
                </a:path>
              </a:pathLst>
            </a:custGeom>
            <a:solidFill>
              <a:srgbClr val="2E946B"/>
            </a:solidFill>
          </p:spPr>
          <p:txBody>
            <a:bodyPr/>
            <a:lstStyle/>
            <a:p>
              <a:endParaRPr lang="en-IN"/>
            </a:p>
          </p:txBody>
        </p:sp>
      </p:grpSp>
      <p:grpSp>
        <p:nvGrpSpPr>
          <p:cNvPr id="35" name="Group 35"/>
          <p:cNvGrpSpPr/>
          <p:nvPr/>
        </p:nvGrpSpPr>
        <p:grpSpPr>
          <a:xfrm>
            <a:off x="1013936" y="9707880"/>
            <a:ext cx="3214688" cy="289560"/>
            <a:chOff x="0" y="0"/>
            <a:chExt cx="4286250" cy="386080"/>
          </a:xfrm>
        </p:grpSpPr>
        <p:sp>
          <p:nvSpPr>
            <p:cNvPr id="36" name="Freeform 36"/>
            <p:cNvSpPr/>
            <p:nvPr/>
          </p:nvSpPr>
          <p:spPr>
            <a:xfrm>
              <a:off x="0" y="0"/>
              <a:ext cx="4286250" cy="386080"/>
            </a:xfrm>
            <a:custGeom>
              <a:avLst/>
              <a:gdLst/>
              <a:ahLst/>
              <a:cxnLst/>
              <a:rect l="l" t="t" r="r" b="b"/>
              <a:pathLst>
                <a:path w="4286250" h="386080">
                  <a:moveTo>
                    <a:pt x="0" y="0"/>
                  </a:moveTo>
                  <a:lnTo>
                    <a:pt x="4286250" y="0"/>
                  </a:lnTo>
                  <a:lnTo>
                    <a:pt x="4286250" y="386080"/>
                  </a:lnTo>
                  <a:lnTo>
                    <a:pt x="0" y="386080"/>
                  </a:lnTo>
                  <a:lnTo>
                    <a:pt x="0" y="0"/>
                  </a:lnTo>
                  <a:close/>
                </a:path>
              </a:pathLst>
            </a:custGeom>
            <a:blipFill>
              <a:blip r:embed="rId3"/>
              <a:stretch>
                <a:fillRect t="-2518486" r="-135857"/>
              </a:stretch>
            </a:blipFill>
          </p:spPr>
          <p:txBody>
            <a:bodyPr/>
            <a:lstStyle/>
            <a:p>
              <a:endParaRPr lang="en-IN"/>
            </a:p>
          </p:txBody>
        </p:sp>
      </p:grpSp>
      <p:sp>
        <p:nvSpPr>
          <p:cNvPr id="37" name="TextBox 37"/>
          <p:cNvSpPr txBox="1"/>
          <p:nvPr/>
        </p:nvSpPr>
        <p:spPr>
          <a:xfrm>
            <a:off x="1105376" y="582549"/>
            <a:ext cx="4289584" cy="1174109"/>
          </a:xfrm>
          <a:prstGeom prst="rect">
            <a:avLst/>
          </a:prstGeom>
        </p:spPr>
        <p:txBody>
          <a:bodyPr lIns="0" tIns="0" rIns="0" bIns="0" rtlCol="0" anchor="t">
            <a:spAutoFit/>
          </a:bodyPr>
          <a:lstStyle/>
          <a:p>
            <a:pPr algn="l">
              <a:lnSpc>
                <a:spcPts val="8640"/>
              </a:lnSpc>
            </a:pPr>
            <a:r>
              <a:rPr lang="en-US" sz="7200" b="1">
                <a:solidFill>
                  <a:srgbClr val="000000"/>
                </a:solidFill>
                <a:latin typeface="Trebuchet MS Bold"/>
                <a:ea typeface="Trebuchet MS Bold"/>
                <a:cs typeface="Trebuchet MS Bold"/>
                <a:sym typeface="Trebuchet MS Bold"/>
              </a:rPr>
              <a:t>RESULTS </a:t>
            </a:r>
          </a:p>
        </p:txBody>
      </p:sp>
      <p:pic>
        <p:nvPicPr>
          <p:cNvPr id="40" name="Picture 39">
            <a:extLst>
              <a:ext uri="{FF2B5EF4-FFF2-40B4-BE49-F238E27FC236}">
                <a16:creationId xmlns:a16="http://schemas.microsoft.com/office/drawing/2014/main" id="{05F04176-05C8-37A0-6D7D-7CC6A335B14D}"/>
              </a:ext>
            </a:extLst>
          </p:cNvPr>
          <p:cNvPicPr>
            <a:picLocks noChangeAspect="1"/>
          </p:cNvPicPr>
          <p:nvPr/>
        </p:nvPicPr>
        <p:blipFill>
          <a:blip r:embed="rId4"/>
          <a:stretch>
            <a:fillRect/>
          </a:stretch>
        </p:blipFill>
        <p:spPr>
          <a:xfrm>
            <a:off x="990590" y="2047409"/>
            <a:ext cx="11375136" cy="73951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4791360">
            <a:off x="9738484" y="5138738"/>
            <a:ext cx="10464870" cy="0"/>
          </a:xfrm>
          <a:prstGeom prst="line">
            <a:avLst/>
          </a:prstGeom>
          <a:ln w="9525" cap="rnd">
            <a:solidFill>
              <a:srgbClr val="5FCBEF"/>
            </a:solidFill>
            <a:prstDash val="solid"/>
            <a:headEnd type="none" w="sm" len="sm"/>
            <a:tailEnd type="none" w="sm" len="sm"/>
          </a:ln>
        </p:spPr>
        <p:txBody>
          <a:bodyPr/>
          <a:lstStyle/>
          <a:p>
            <a:endParaRPr lang="en-IN"/>
          </a:p>
        </p:txBody>
      </p:sp>
      <p:sp>
        <p:nvSpPr>
          <p:cNvPr id="3" name="AutoShape 3"/>
          <p:cNvSpPr/>
          <p:nvPr/>
        </p:nvSpPr>
        <p:spPr>
          <a:xfrm rot="8776560">
            <a:off x="10406482" y="7899797"/>
            <a:ext cx="8608171" cy="0"/>
          </a:xfrm>
          <a:prstGeom prst="line">
            <a:avLst/>
          </a:prstGeom>
          <a:ln w="9525" cap="rnd">
            <a:solidFill>
              <a:srgbClr val="5FCBEF"/>
            </a:solidFill>
            <a:prstDash val="solid"/>
            <a:headEnd type="none" w="sm" len="sm"/>
            <a:tailEnd type="none" w="sm" len="sm"/>
          </a:ln>
        </p:spPr>
        <p:txBody>
          <a:bodyPr/>
          <a:lstStyle/>
          <a:p>
            <a:endParaRPr lang="en-IN"/>
          </a:p>
        </p:txBody>
      </p:sp>
      <p:grpSp>
        <p:nvGrpSpPr>
          <p:cNvPr id="4" name="Group 4"/>
          <p:cNvGrpSpPr/>
          <p:nvPr/>
        </p:nvGrpSpPr>
        <p:grpSpPr>
          <a:xfrm>
            <a:off x="13772217" y="-12697"/>
            <a:ext cx="4511021" cy="10299697"/>
            <a:chOff x="0" y="0"/>
            <a:chExt cx="6014695" cy="13732929"/>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5FCBEF">
                <a:alpha val="12941"/>
              </a:srgbClr>
            </a:solidFill>
          </p:spPr>
          <p:txBody>
            <a:bodyPr/>
            <a:lstStyle/>
            <a:p>
              <a:endParaRPr lang="en-IN"/>
            </a:p>
          </p:txBody>
        </p:sp>
      </p:grpSp>
      <p:grpSp>
        <p:nvGrpSpPr>
          <p:cNvPr id="6" name="Group 6"/>
          <p:cNvGrpSpPr/>
          <p:nvPr/>
        </p:nvGrpSpPr>
        <p:grpSpPr>
          <a:xfrm>
            <a:off x="14405162" y="-12697"/>
            <a:ext cx="3882838" cy="10299697"/>
            <a:chOff x="0" y="0"/>
            <a:chExt cx="5177117" cy="13732929"/>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5FCBEF">
                <a:alpha val="3922"/>
              </a:srgbClr>
            </a:solidFill>
          </p:spPr>
          <p:txBody>
            <a:bodyPr/>
            <a:lstStyle/>
            <a:p>
              <a:endParaRPr lang="en-IN"/>
            </a:p>
          </p:txBody>
        </p:sp>
      </p:grpSp>
      <p:grpSp>
        <p:nvGrpSpPr>
          <p:cNvPr id="8" name="Group 8"/>
          <p:cNvGrpSpPr/>
          <p:nvPr/>
        </p:nvGrpSpPr>
        <p:grpSpPr>
          <a:xfrm>
            <a:off x="13398503" y="4572000"/>
            <a:ext cx="4889497" cy="5715000"/>
            <a:chOff x="0" y="0"/>
            <a:chExt cx="6519329"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7B0E4">
                <a:alpha val="43529"/>
              </a:srgbClr>
            </a:solidFill>
          </p:spPr>
          <p:txBody>
            <a:bodyPr/>
            <a:lstStyle/>
            <a:p>
              <a:endParaRPr lang="en-IN"/>
            </a:p>
          </p:txBody>
        </p:sp>
      </p:grpSp>
      <p:grpSp>
        <p:nvGrpSpPr>
          <p:cNvPr id="10" name="Group 10"/>
          <p:cNvGrpSpPr/>
          <p:nvPr/>
        </p:nvGrpSpPr>
        <p:grpSpPr>
          <a:xfrm>
            <a:off x="14001750" y="-12697"/>
            <a:ext cx="4281488" cy="10299697"/>
            <a:chOff x="0" y="0"/>
            <a:chExt cx="5708650" cy="13732929"/>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7B0E4">
                <a:alpha val="24706"/>
              </a:srgbClr>
            </a:solidFill>
          </p:spPr>
          <p:txBody>
            <a:bodyPr/>
            <a:lstStyle/>
            <a:p>
              <a:endParaRPr lang="en-IN"/>
            </a:p>
          </p:txBody>
        </p:sp>
      </p:grpSp>
      <p:grpSp>
        <p:nvGrpSpPr>
          <p:cNvPr id="12" name="Group 12"/>
          <p:cNvGrpSpPr/>
          <p:nvPr/>
        </p:nvGrpSpPr>
        <p:grpSpPr>
          <a:xfrm>
            <a:off x="16348091" y="-12697"/>
            <a:ext cx="1935137" cy="10299697"/>
            <a:chOff x="0" y="0"/>
            <a:chExt cx="2580183" cy="13732929"/>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E83C3">
                <a:alpha val="48627"/>
              </a:srgbClr>
            </a:solidFill>
          </p:spPr>
          <p:txBody>
            <a:bodyPr/>
            <a:lstStyle/>
            <a:p>
              <a:endParaRPr lang="en-IN"/>
            </a:p>
          </p:txBody>
        </p:sp>
      </p:grpSp>
      <p:grpSp>
        <p:nvGrpSpPr>
          <p:cNvPr id="14" name="Group 14"/>
          <p:cNvGrpSpPr/>
          <p:nvPr/>
        </p:nvGrpSpPr>
        <p:grpSpPr>
          <a:xfrm>
            <a:off x="16408498" y="-12697"/>
            <a:ext cx="1874739" cy="10299697"/>
            <a:chOff x="0" y="0"/>
            <a:chExt cx="2499652" cy="13732929"/>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236292">
                <a:alpha val="63922"/>
              </a:srgbClr>
            </a:solidFill>
          </p:spPr>
          <p:txBody>
            <a:bodyPr/>
            <a:lstStyle/>
            <a:p>
              <a:endParaRPr lang="en-IN"/>
            </a:p>
          </p:txBody>
        </p:sp>
      </p:grpSp>
      <p:grpSp>
        <p:nvGrpSpPr>
          <p:cNvPr id="16" name="Group 16"/>
          <p:cNvGrpSpPr/>
          <p:nvPr/>
        </p:nvGrpSpPr>
        <p:grpSpPr>
          <a:xfrm>
            <a:off x="15557497" y="5384797"/>
            <a:ext cx="2725741" cy="4902203"/>
            <a:chOff x="0" y="0"/>
            <a:chExt cx="3634321" cy="6536271"/>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7B0E4">
                <a:alpha val="43529"/>
              </a:srgbClr>
            </a:solidFill>
          </p:spPr>
          <p:txBody>
            <a:bodyPr/>
            <a:lstStyle/>
            <a:p>
              <a:endParaRPr lang="en-IN"/>
            </a:p>
          </p:txBody>
        </p:sp>
      </p:grpSp>
      <p:grpSp>
        <p:nvGrpSpPr>
          <p:cNvPr id="18" name="Group 18"/>
          <p:cNvGrpSpPr/>
          <p:nvPr/>
        </p:nvGrpSpPr>
        <p:grpSpPr>
          <a:xfrm>
            <a:off x="0" y="6019800"/>
            <a:ext cx="673103" cy="4267200"/>
            <a:chOff x="0" y="0"/>
            <a:chExt cx="897471"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5FCBEF">
                <a:alpha val="48627"/>
              </a:srgbClr>
            </a:solidFill>
          </p:spPr>
          <p:txBody>
            <a:bodyPr/>
            <a:lstStyle/>
            <a:p>
              <a:endParaRPr lang="en-IN"/>
            </a:p>
          </p:txBody>
        </p:sp>
      </p:grpSp>
      <p:grpSp>
        <p:nvGrpSpPr>
          <p:cNvPr id="20" name="Group 20"/>
          <p:cNvGrpSpPr/>
          <p:nvPr/>
        </p:nvGrpSpPr>
        <p:grpSpPr>
          <a:xfrm>
            <a:off x="990590" y="9568358"/>
            <a:ext cx="4114800" cy="547688"/>
            <a:chOff x="0" y="0"/>
            <a:chExt cx="5486400" cy="730250"/>
          </a:xfrm>
        </p:grpSpPr>
        <p:sp>
          <p:nvSpPr>
            <p:cNvPr id="21" name="Freeform 21"/>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2" name="TextBox 22"/>
            <p:cNvSpPr txBox="1"/>
            <p:nvPr/>
          </p:nvSpPr>
          <p:spPr>
            <a:xfrm>
              <a:off x="0" y="-9525"/>
              <a:ext cx="5486400" cy="739775"/>
            </a:xfrm>
            <a:prstGeom prst="rect">
              <a:avLst/>
            </a:prstGeom>
          </p:spPr>
          <p:txBody>
            <a:bodyPr lIns="0" tIns="0" rIns="0" bIns="0" rtlCol="0" anchor="ctr"/>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id="23" name="Group 23"/>
          <p:cNvGrpSpPr/>
          <p:nvPr/>
        </p:nvGrpSpPr>
        <p:grpSpPr>
          <a:xfrm>
            <a:off x="2168290" y="9568358"/>
            <a:ext cx="6172200" cy="547688"/>
            <a:chOff x="0" y="0"/>
            <a:chExt cx="8229600" cy="730250"/>
          </a:xfrm>
        </p:grpSpPr>
        <p:sp>
          <p:nvSpPr>
            <p:cNvPr id="24" name="Freeform 24"/>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2">
                <a:alphaModFix amt="0"/>
              </a:blip>
              <a:stretch>
                <a:fillRect t="-169587" b="-169587"/>
              </a:stretch>
            </a:blipFill>
          </p:spPr>
          <p:txBody>
            <a:bodyPr/>
            <a:lstStyle/>
            <a:p>
              <a:endParaRPr lang="en-IN"/>
            </a:p>
          </p:txBody>
        </p:sp>
        <p:sp>
          <p:nvSpPr>
            <p:cNvPr id="25" name="TextBox 25"/>
            <p:cNvSpPr txBox="1"/>
            <p:nvPr/>
          </p:nvSpPr>
          <p:spPr>
            <a:xfrm>
              <a:off x="0" y="-9525"/>
              <a:ext cx="8229600" cy="739775"/>
            </a:xfrm>
            <a:prstGeom prst="rect">
              <a:avLst/>
            </a:prstGeom>
          </p:spPr>
          <p:txBody>
            <a:bodyPr lIns="0" tIns="0" rIns="0" bIns="0" rtlCol="0" anchor="ctr"/>
            <a:lstStyle/>
            <a:p>
              <a:pPr algn="l">
                <a:lnSpc>
                  <a:spcPts val="1980"/>
                </a:lnSpc>
              </a:pPr>
              <a:r>
                <a:rPr lang="en-US" sz="1650" b="1">
                  <a:solidFill>
                    <a:srgbClr val="2E83C3"/>
                  </a:solidFill>
                  <a:latin typeface="Trebuchet MS Bold"/>
                  <a:ea typeface="Trebuchet MS Bold"/>
                  <a:cs typeface="Trebuchet MS Bold"/>
                  <a:sym typeface="Trebuchet MS Bold"/>
                </a:rPr>
                <a:t>Annual Review</a:t>
              </a:r>
            </a:p>
          </p:txBody>
        </p:sp>
      </p:grpSp>
      <p:grpSp>
        <p:nvGrpSpPr>
          <p:cNvPr id="26" name="Group 26"/>
          <p:cNvGrpSpPr/>
          <p:nvPr/>
        </p:nvGrpSpPr>
        <p:grpSpPr>
          <a:xfrm>
            <a:off x="13208003" y="9568358"/>
            <a:ext cx="4114800" cy="547688"/>
            <a:chOff x="0" y="0"/>
            <a:chExt cx="5486400" cy="730250"/>
          </a:xfrm>
        </p:grpSpPr>
        <p:sp>
          <p:nvSpPr>
            <p:cNvPr id="27" name="Freeform 2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8" name="TextBox 28"/>
            <p:cNvSpPr txBox="1"/>
            <p:nvPr/>
          </p:nvSpPr>
          <p:spPr>
            <a:xfrm>
              <a:off x="0" y="-9525"/>
              <a:ext cx="5486400" cy="739775"/>
            </a:xfrm>
            <a:prstGeom prst="rect">
              <a:avLst/>
            </a:prstGeom>
          </p:spPr>
          <p:txBody>
            <a:bodyPr lIns="0" tIns="0" rIns="0" bIns="0" rtlCol="0" anchor="ctr"/>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id="29" name="Group 29"/>
          <p:cNvGrpSpPr/>
          <p:nvPr/>
        </p:nvGrpSpPr>
        <p:grpSpPr>
          <a:xfrm>
            <a:off x="14031687" y="8045977"/>
            <a:ext cx="685800" cy="685800"/>
            <a:chOff x="0" y="0"/>
            <a:chExt cx="914400" cy="914400"/>
          </a:xfrm>
        </p:grpSpPr>
        <p:sp>
          <p:nvSpPr>
            <p:cNvPr id="30" name="Freeform 30"/>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solidFill>
              <a:srgbClr val="42B051"/>
            </a:solidFill>
          </p:spPr>
          <p:txBody>
            <a:bodyPr/>
            <a:lstStyle/>
            <a:p>
              <a:endParaRPr lang="en-IN"/>
            </a:p>
          </p:txBody>
        </p:sp>
      </p:grpSp>
      <p:grpSp>
        <p:nvGrpSpPr>
          <p:cNvPr id="31" name="Group 31"/>
          <p:cNvGrpSpPr/>
          <p:nvPr/>
        </p:nvGrpSpPr>
        <p:grpSpPr>
          <a:xfrm>
            <a:off x="10039188" y="2549833"/>
            <a:ext cx="479622" cy="479622"/>
            <a:chOff x="0" y="0"/>
            <a:chExt cx="639496" cy="639496"/>
          </a:xfrm>
        </p:grpSpPr>
        <p:sp>
          <p:nvSpPr>
            <p:cNvPr id="32" name="Freeform 32"/>
            <p:cNvSpPr/>
            <p:nvPr/>
          </p:nvSpPr>
          <p:spPr>
            <a:xfrm>
              <a:off x="0" y="0"/>
              <a:ext cx="639445" cy="639445"/>
            </a:xfrm>
            <a:custGeom>
              <a:avLst/>
              <a:gdLst/>
              <a:ahLst/>
              <a:cxnLst/>
              <a:rect l="l" t="t" r="r" b="b"/>
              <a:pathLst>
                <a:path w="639445" h="639445">
                  <a:moveTo>
                    <a:pt x="0" y="0"/>
                  </a:moveTo>
                  <a:lnTo>
                    <a:pt x="639445" y="0"/>
                  </a:lnTo>
                  <a:lnTo>
                    <a:pt x="639445" y="639445"/>
                  </a:lnTo>
                  <a:lnTo>
                    <a:pt x="0" y="639445"/>
                  </a:lnTo>
                  <a:close/>
                </a:path>
              </a:pathLst>
            </a:custGeom>
            <a:solidFill>
              <a:srgbClr val="2E83C3"/>
            </a:solidFill>
          </p:spPr>
          <p:txBody>
            <a:bodyPr/>
            <a:lstStyle/>
            <a:p>
              <a:endParaRPr lang="en-IN"/>
            </a:p>
          </p:txBody>
        </p:sp>
      </p:grpSp>
      <p:grpSp>
        <p:nvGrpSpPr>
          <p:cNvPr id="33" name="Group 33"/>
          <p:cNvGrpSpPr/>
          <p:nvPr/>
        </p:nvGrpSpPr>
        <p:grpSpPr>
          <a:xfrm>
            <a:off x="14031687" y="8846610"/>
            <a:ext cx="269967" cy="269967"/>
            <a:chOff x="0" y="0"/>
            <a:chExt cx="359956" cy="359956"/>
          </a:xfrm>
        </p:grpSpPr>
        <p:sp>
          <p:nvSpPr>
            <p:cNvPr id="34" name="Freeform 34"/>
            <p:cNvSpPr/>
            <p:nvPr/>
          </p:nvSpPr>
          <p:spPr>
            <a:xfrm>
              <a:off x="0" y="0"/>
              <a:ext cx="359918" cy="359918"/>
            </a:xfrm>
            <a:custGeom>
              <a:avLst/>
              <a:gdLst/>
              <a:ahLst/>
              <a:cxnLst/>
              <a:rect l="l" t="t" r="r" b="b"/>
              <a:pathLst>
                <a:path w="359918" h="359918">
                  <a:moveTo>
                    <a:pt x="0" y="0"/>
                  </a:moveTo>
                  <a:lnTo>
                    <a:pt x="359918" y="0"/>
                  </a:lnTo>
                  <a:lnTo>
                    <a:pt x="359918" y="359918"/>
                  </a:lnTo>
                  <a:lnTo>
                    <a:pt x="0" y="359918"/>
                  </a:lnTo>
                  <a:close/>
                </a:path>
              </a:pathLst>
            </a:custGeom>
            <a:solidFill>
              <a:srgbClr val="2E946B"/>
            </a:solidFill>
          </p:spPr>
          <p:txBody>
            <a:bodyPr/>
            <a:lstStyle/>
            <a:p>
              <a:endParaRPr lang="en-IN"/>
            </a:p>
          </p:txBody>
        </p:sp>
      </p:grpSp>
      <p:grpSp>
        <p:nvGrpSpPr>
          <p:cNvPr id="35" name="Group 35"/>
          <p:cNvGrpSpPr/>
          <p:nvPr/>
        </p:nvGrpSpPr>
        <p:grpSpPr>
          <a:xfrm>
            <a:off x="1013936" y="9707880"/>
            <a:ext cx="3214688" cy="289560"/>
            <a:chOff x="0" y="0"/>
            <a:chExt cx="4286250" cy="386080"/>
          </a:xfrm>
        </p:grpSpPr>
        <p:sp>
          <p:nvSpPr>
            <p:cNvPr id="36" name="Freeform 36"/>
            <p:cNvSpPr/>
            <p:nvPr/>
          </p:nvSpPr>
          <p:spPr>
            <a:xfrm>
              <a:off x="0" y="0"/>
              <a:ext cx="4286250" cy="386080"/>
            </a:xfrm>
            <a:custGeom>
              <a:avLst/>
              <a:gdLst/>
              <a:ahLst/>
              <a:cxnLst/>
              <a:rect l="l" t="t" r="r" b="b"/>
              <a:pathLst>
                <a:path w="4286250" h="386080">
                  <a:moveTo>
                    <a:pt x="0" y="0"/>
                  </a:moveTo>
                  <a:lnTo>
                    <a:pt x="4286250" y="0"/>
                  </a:lnTo>
                  <a:lnTo>
                    <a:pt x="4286250" y="386080"/>
                  </a:lnTo>
                  <a:lnTo>
                    <a:pt x="0" y="386080"/>
                  </a:lnTo>
                  <a:lnTo>
                    <a:pt x="0" y="0"/>
                  </a:lnTo>
                  <a:close/>
                </a:path>
              </a:pathLst>
            </a:custGeom>
            <a:blipFill>
              <a:blip r:embed="rId3"/>
              <a:stretch>
                <a:fillRect t="-2518486" r="-135857"/>
              </a:stretch>
            </a:blipFill>
          </p:spPr>
          <p:txBody>
            <a:bodyPr/>
            <a:lstStyle/>
            <a:p>
              <a:endParaRPr lang="en-IN"/>
            </a:p>
          </p:txBody>
        </p:sp>
      </p:grpSp>
      <p:sp>
        <p:nvSpPr>
          <p:cNvPr id="37" name="TextBox 37"/>
          <p:cNvSpPr txBox="1"/>
          <p:nvPr/>
        </p:nvSpPr>
        <p:spPr>
          <a:xfrm>
            <a:off x="1105376" y="582549"/>
            <a:ext cx="4289584" cy="1174109"/>
          </a:xfrm>
          <a:prstGeom prst="rect">
            <a:avLst/>
          </a:prstGeom>
        </p:spPr>
        <p:txBody>
          <a:bodyPr lIns="0" tIns="0" rIns="0" bIns="0" rtlCol="0" anchor="t">
            <a:spAutoFit/>
          </a:bodyPr>
          <a:lstStyle/>
          <a:p>
            <a:pPr algn="l">
              <a:lnSpc>
                <a:spcPts val="8640"/>
              </a:lnSpc>
            </a:pPr>
            <a:r>
              <a:rPr lang="en-US" sz="7200" b="1">
                <a:solidFill>
                  <a:srgbClr val="000000"/>
                </a:solidFill>
                <a:latin typeface="Trebuchet MS Bold"/>
                <a:ea typeface="Trebuchet MS Bold"/>
                <a:cs typeface="Trebuchet MS Bold"/>
                <a:sym typeface="Trebuchet MS Bold"/>
              </a:rPr>
              <a:t>RESULTS </a:t>
            </a:r>
          </a:p>
        </p:txBody>
      </p:sp>
      <p:pic>
        <p:nvPicPr>
          <p:cNvPr id="40" name="Picture 39">
            <a:extLst>
              <a:ext uri="{FF2B5EF4-FFF2-40B4-BE49-F238E27FC236}">
                <a16:creationId xmlns:a16="http://schemas.microsoft.com/office/drawing/2014/main" id="{F19BC552-8529-2113-AF94-7DFC252D4FBB}"/>
              </a:ext>
            </a:extLst>
          </p:cNvPr>
          <p:cNvPicPr>
            <a:picLocks noChangeAspect="1"/>
          </p:cNvPicPr>
          <p:nvPr/>
        </p:nvPicPr>
        <p:blipFill>
          <a:blip r:embed="rId4"/>
          <a:stretch>
            <a:fillRect/>
          </a:stretch>
        </p:blipFill>
        <p:spPr>
          <a:xfrm>
            <a:off x="733538" y="1740681"/>
            <a:ext cx="12935143" cy="84772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4791360">
            <a:off x="9738484" y="5138738"/>
            <a:ext cx="10464870" cy="0"/>
          </a:xfrm>
          <a:prstGeom prst="line">
            <a:avLst/>
          </a:prstGeom>
          <a:ln w="9525" cap="rnd">
            <a:solidFill>
              <a:srgbClr val="5FCBEF"/>
            </a:solidFill>
            <a:prstDash val="solid"/>
            <a:headEnd type="none" w="sm" len="sm"/>
            <a:tailEnd type="none" w="sm" len="sm"/>
          </a:ln>
        </p:spPr>
        <p:txBody>
          <a:bodyPr/>
          <a:lstStyle/>
          <a:p>
            <a:endParaRPr lang="en-IN"/>
          </a:p>
        </p:txBody>
      </p:sp>
      <p:sp>
        <p:nvSpPr>
          <p:cNvPr id="3" name="AutoShape 3"/>
          <p:cNvSpPr/>
          <p:nvPr/>
        </p:nvSpPr>
        <p:spPr>
          <a:xfrm rot="8776560">
            <a:off x="10406482" y="7899797"/>
            <a:ext cx="8608171" cy="0"/>
          </a:xfrm>
          <a:prstGeom prst="line">
            <a:avLst/>
          </a:prstGeom>
          <a:ln w="9525" cap="rnd">
            <a:solidFill>
              <a:srgbClr val="5FCBEF"/>
            </a:solidFill>
            <a:prstDash val="solid"/>
            <a:headEnd type="none" w="sm" len="sm"/>
            <a:tailEnd type="none" w="sm" len="sm"/>
          </a:ln>
        </p:spPr>
        <p:txBody>
          <a:bodyPr/>
          <a:lstStyle/>
          <a:p>
            <a:endParaRPr lang="en-IN"/>
          </a:p>
        </p:txBody>
      </p:sp>
      <p:grpSp>
        <p:nvGrpSpPr>
          <p:cNvPr id="4" name="Group 4"/>
          <p:cNvGrpSpPr/>
          <p:nvPr/>
        </p:nvGrpSpPr>
        <p:grpSpPr>
          <a:xfrm>
            <a:off x="13772217" y="-12697"/>
            <a:ext cx="4511021" cy="10299697"/>
            <a:chOff x="0" y="0"/>
            <a:chExt cx="6014695" cy="13732929"/>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5FCBEF">
                <a:alpha val="12941"/>
              </a:srgbClr>
            </a:solidFill>
          </p:spPr>
          <p:txBody>
            <a:bodyPr/>
            <a:lstStyle/>
            <a:p>
              <a:endParaRPr lang="en-IN"/>
            </a:p>
          </p:txBody>
        </p:sp>
      </p:grpSp>
      <p:grpSp>
        <p:nvGrpSpPr>
          <p:cNvPr id="6" name="Group 6"/>
          <p:cNvGrpSpPr/>
          <p:nvPr/>
        </p:nvGrpSpPr>
        <p:grpSpPr>
          <a:xfrm>
            <a:off x="14405162" y="-12697"/>
            <a:ext cx="3882838" cy="10299697"/>
            <a:chOff x="0" y="0"/>
            <a:chExt cx="5177117" cy="13732929"/>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5FCBEF">
                <a:alpha val="3922"/>
              </a:srgbClr>
            </a:solidFill>
          </p:spPr>
          <p:txBody>
            <a:bodyPr/>
            <a:lstStyle/>
            <a:p>
              <a:endParaRPr lang="en-IN"/>
            </a:p>
          </p:txBody>
        </p:sp>
      </p:grpSp>
      <p:grpSp>
        <p:nvGrpSpPr>
          <p:cNvPr id="8" name="Group 8"/>
          <p:cNvGrpSpPr/>
          <p:nvPr/>
        </p:nvGrpSpPr>
        <p:grpSpPr>
          <a:xfrm>
            <a:off x="13398503" y="4572000"/>
            <a:ext cx="4889497" cy="5715000"/>
            <a:chOff x="0" y="0"/>
            <a:chExt cx="6519329"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7B0E4">
                <a:alpha val="43529"/>
              </a:srgbClr>
            </a:solidFill>
          </p:spPr>
          <p:txBody>
            <a:bodyPr/>
            <a:lstStyle/>
            <a:p>
              <a:endParaRPr lang="en-IN"/>
            </a:p>
          </p:txBody>
        </p:sp>
      </p:grpSp>
      <p:grpSp>
        <p:nvGrpSpPr>
          <p:cNvPr id="10" name="Group 10"/>
          <p:cNvGrpSpPr/>
          <p:nvPr/>
        </p:nvGrpSpPr>
        <p:grpSpPr>
          <a:xfrm>
            <a:off x="14001750" y="-12697"/>
            <a:ext cx="4281488" cy="10299697"/>
            <a:chOff x="0" y="0"/>
            <a:chExt cx="5708650" cy="13732929"/>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7B0E4">
                <a:alpha val="24706"/>
              </a:srgbClr>
            </a:solidFill>
          </p:spPr>
          <p:txBody>
            <a:bodyPr/>
            <a:lstStyle/>
            <a:p>
              <a:endParaRPr lang="en-IN"/>
            </a:p>
          </p:txBody>
        </p:sp>
      </p:grpSp>
      <p:grpSp>
        <p:nvGrpSpPr>
          <p:cNvPr id="12" name="Group 12"/>
          <p:cNvGrpSpPr/>
          <p:nvPr/>
        </p:nvGrpSpPr>
        <p:grpSpPr>
          <a:xfrm>
            <a:off x="16348091" y="-12697"/>
            <a:ext cx="1935137" cy="10299697"/>
            <a:chOff x="0" y="0"/>
            <a:chExt cx="2580183" cy="13732929"/>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E83C3">
                <a:alpha val="48627"/>
              </a:srgbClr>
            </a:solidFill>
          </p:spPr>
          <p:txBody>
            <a:bodyPr/>
            <a:lstStyle/>
            <a:p>
              <a:endParaRPr lang="en-IN"/>
            </a:p>
          </p:txBody>
        </p:sp>
      </p:grpSp>
      <p:grpSp>
        <p:nvGrpSpPr>
          <p:cNvPr id="14" name="Group 14"/>
          <p:cNvGrpSpPr/>
          <p:nvPr/>
        </p:nvGrpSpPr>
        <p:grpSpPr>
          <a:xfrm>
            <a:off x="16408498" y="-12697"/>
            <a:ext cx="1874739" cy="10299697"/>
            <a:chOff x="0" y="0"/>
            <a:chExt cx="2499652" cy="13732929"/>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236292">
                <a:alpha val="63922"/>
              </a:srgbClr>
            </a:solidFill>
          </p:spPr>
          <p:txBody>
            <a:bodyPr/>
            <a:lstStyle/>
            <a:p>
              <a:endParaRPr lang="en-IN"/>
            </a:p>
          </p:txBody>
        </p:sp>
      </p:grpSp>
      <p:grpSp>
        <p:nvGrpSpPr>
          <p:cNvPr id="16" name="Group 16"/>
          <p:cNvGrpSpPr/>
          <p:nvPr/>
        </p:nvGrpSpPr>
        <p:grpSpPr>
          <a:xfrm>
            <a:off x="15557497" y="5384797"/>
            <a:ext cx="2725741" cy="4902203"/>
            <a:chOff x="0" y="0"/>
            <a:chExt cx="3634321" cy="6536271"/>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7B0E4">
                <a:alpha val="43529"/>
              </a:srgbClr>
            </a:solidFill>
          </p:spPr>
          <p:txBody>
            <a:bodyPr/>
            <a:lstStyle/>
            <a:p>
              <a:endParaRPr lang="en-IN"/>
            </a:p>
          </p:txBody>
        </p:sp>
      </p:grpSp>
      <p:grpSp>
        <p:nvGrpSpPr>
          <p:cNvPr id="18" name="Group 18"/>
          <p:cNvGrpSpPr/>
          <p:nvPr/>
        </p:nvGrpSpPr>
        <p:grpSpPr>
          <a:xfrm>
            <a:off x="0" y="6019800"/>
            <a:ext cx="673103" cy="4267200"/>
            <a:chOff x="0" y="0"/>
            <a:chExt cx="897471"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5FCBEF">
                <a:alpha val="48627"/>
              </a:srgbClr>
            </a:solidFill>
          </p:spPr>
          <p:txBody>
            <a:bodyPr/>
            <a:lstStyle/>
            <a:p>
              <a:endParaRPr lang="en-IN"/>
            </a:p>
          </p:txBody>
        </p:sp>
      </p:grpSp>
      <p:grpSp>
        <p:nvGrpSpPr>
          <p:cNvPr id="20" name="Group 20"/>
          <p:cNvGrpSpPr/>
          <p:nvPr/>
        </p:nvGrpSpPr>
        <p:grpSpPr>
          <a:xfrm>
            <a:off x="990590" y="9568358"/>
            <a:ext cx="4114800" cy="547688"/>
            <a:chOff x="0" y="0"/>
            <a:chExt cx="5486400" cy="730250"/>
          </a:xfrm>
        </p:grpSpPr>
        <p:sp>
          <p:nvSpPr>
            <p:cNvPr id="21" name="Freeform 21"/>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2" name="TextBox 22"/>
            <p:cNvSpPr txBox="1"/>
            <p:nvPr/>
          </p:nvSpPr>
          <p:spPr>
            <a:xfrm>
              <a:off x="0" y="-9525"/>
              <a:ext cx="5486400" cy="739775"/>
            </a:xfrm>
            <a:prstGeom prst="rect">
              <a:avLst/>
            </a:prstGeom>
          </p:spPr>
          <p:txBody>
            <a:bodyPr lIns="0" tIns="0" rIns="0" bIns="0" rtlCol="0" anchor="ctr"/>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id="23" name="Group 23"/>
          <p:cNvGrpSpPr/>
          <p:nvPr/>
        </p:nvGrpSpPr>
        <p:grpSpPr>
          <a:xfrm>
            <a:off x="2168290" y="9568358"/>
            <a:ext cx="6172200" cy="547688"/>
            <a:chOff x="0" y="0"/>
            <a:chExt cx="8229600" cy="730250"/>
          </a:xfrm>
        </p:grpSpPr>
        <p:sp>
          <p:nvSpPr>
            <p:cNvPr id="24" name="Freeform 24"/>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2">
                <a:alphaModFix amt="0"/>
              </a:blip>
              <a:stretch>
                <a:fillRect t="-169587" b="-169587"/>
              </a:stretch>
            </a:blipFill>
          </p:spPr>
          <p:txBody>
            <a:bodyPr/>
            <a:lstStyle/>
            <a:p>
              <a:endParaRPr lang="en-IN"/>
            </a:p>
          </p:txBody>
        </p:sp>
        <p:sp>
          <p:nvSpPr>
            <p:cNvPr id="25" name="TextBox 25"/>
            <p:cNvSpPr txBox="1"/>
            <p:nvPr/>
          </p:nvSpPr>
          <p:spPr>
            <a:xfrm>
              <a:off x="0" y="-9525"/>
              <a:ext cx="8229600" cy="739775"/>
            </a:xfrm>
            <a:prstGeom prst="rect">
              <a:avLst/>
            </a:prstGeom>
          </p:spPr>
          <p:txBody>
            <a:bodyPr lIns="0" tIns="0" rIns="0" bIns="0" rtlCol="0" anchor="ctr"/>
            <a:lstStyle/>
            <a:p>
              <a:pPr algn="l">
                <a:lnSpc>
                  <a:spcPts val="1980"/>
                </a:lnSpc>
              </a:pPr>
              <a:r>
                <a:rPr lang="en-US" sz="1650" b="1">
                  <a:solidFill>
                    <a:srgbClr val="2E83C3"/>
                  </a:solidFill>
                  <a:latin typeface="Trebuchet MS Bold"/>
                  <a:ea typeface="Trebuchet MS Bold"/>
                  <a:cs typeface="Trebuchet MS Bold"/>
                  <a:sym typeface="Trebuchet MS Bold"/>
                </a:rPr>
                <a:t>Annual Review</a:t>
              </a:r>
            </a:p>
          </p:txBody>
        </p:sp>
      </p:grpSp>
      <p:grpSp>
        <p:nvGrpSpPr>
          <p:cNvPr id="26" name="Group 26"/>
          <p:cNvGrpSpPr/>
          <p:nvPr/>
        </p:nvGrpSpPr>
        <p:grpSpPr>
          <a:xfrm>
            <a:off x="13208003" y="9568358"/>
            <a:ext cx="4114800" cy="547688"/>
            <a:chOff x="0" y="0"/>
            <a:chExt cx="5486400" cy="730250"/>
          </a:xfrm>
        </p:grpSpPr>
        <p:sp>
          <p:nvSpPr>
            <p:cNvPr id="27" name="Freeform 2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8" name="TextBox 28"/>
            <p:cNvSpPr txBox="1"/>
            <p:nvPr/>
          </p:nvSpPr>
          <p:spPr>
            <a:xfrm>
              <a:off x="0" y="-9525"/>
              <a:ext cx="5486400" cy="739775"/>
            </a:xfrm>
            <a:prstGeom prst="rect">
              <a:avLst/>
            </a:prstGeom>
          </p:spPr>
          <p:txBody>
            <a:bodyPr lIns="0" tIns="0" rIns="0" bIns="0" rtlCol="0" anchor="ctr"/>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id="29" name="Group 29"/>
          <p:cNvGrpSpPr/>
          <p:nvPr/>
        </p:nvGrpSpPr>
        <p:grpSpPr>
          <a:xfrm>
            <a:off x="14031687" y="8045977"/>
            <a:ext cx="685800" cy="685800"/>
            <a:chOff x="0" y="0"/>
            <a:chExt cx="914400" cy="914400"/>
          </a:xfrm>
        </p:grpSpPr>
        <p:sp>
          <p:nvSpPr>
            <p:cNvPr id="30" name="Freeform 30"/>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solidFill>
              <a:srgbClr val="42B051"/>
            </a:solidFill>
          </p:spPr>
          <p:txBody>
            <a:bodyPr/>
            <a:lstStyle/>
            <a:p>
              <a:endParaRPr lang="en-IN"/>
            </a:p>
          </p:txBody>
        </p:sp>
      </p:grpSp>
      <p:grpSp>
        <p:nvGrpSpPr>
          <p:cNvPr id="31" name="Group 31"/>
          <p:cNvGrpSpPr/>
          <p:nvPr/>
        </p:nvGrpSpPr>
        <p:grpSpPr>
          <a:xfrm>
            <a:off x="10039188" y="2549833"/>
            <a:ext cx="479622" cy="479622"/>
            <a:chOff x="0" y="0"/>
            <a:chExt cx="639496" cy="639496"/>
          </a:xfrm>
        </p:grpSpPr>
        <p:sp>
          <p:nvSpPr>
            <p:cNvPr id="32" name="Freeform 32"/>
            <p:cNvSpPr/>
            <p:nvPr/>
          </p:nvSpPr>
          <p:spPr>
            <a:xfrm>
              <a:off x="0" y="0"/>
              <a:ext cx="639445" cy="639445"/>
            </a:xfrm>
            <a:custGeom>
              <a:avLst/>
              <a:gdLst/>
              <a:ahLst/>
              <a:cxnLst/>
              <a:rect l="l" t="t" r="r" b="b"/>
              <a:pathLst>
                <a:path w="639445" h="639445">
                  <a:moveTo>
                    <a:pt x="0" y="0"/>
                  </a:moveTo>
                  <a:lnTo>
                    <a:pt x="639445" y="0"/>
                  </a:lnTo>
                  <a:lnTo>
                    <a:pt x="639445" y="639445"/>
                  </a:lnTo>
                  <a:lnTo>
                    <a:pt x="0" y="639445"/>
                  </a:lnTo>
                  <a:close/>
                </a:path>
              </a:pathLst>
            </a:custGeom>
            <a:solidFill>
              <a:srgbClr val="2E83C3"/>
            </a:solidFill>
          </p:spPr>
          <p:txBody>
            <a:bodyPr/>
            <a:lstStyle/>
            <a:p>
              <a:endParaRPr lang="en-IN"/>
            </a:p>
          </p:txBody>
        </p:sp>
      </p:grpSp>
      <p:grpSp>
        <p:nvGrpSpPr>
          <p:cNvPr id="33" name="Group 33"/>
          <p:cNvGrpSpPr/>
          <p:nvPr/>
        </p:nvGrpSpPr>
        <p:grpSpPr>
          <a:xfrm>
            <a:off x="14031687" y="8846610"/>
            <a:ext cx="269967" cy="269967"/>
            <a:chOff x="0" y="0"/>
            <a:chExt cx="359956" cy="359956"/>
          </a:xfrm>
        </p:grpSpPr>
        <p:sp>
          <p:nvSpPr>
            <p:cNvPr id="34" name="Freeform 34"/>
            <p:cNvSpPr/>
            <p:nvPr/>
          </p:nvSpPr>
          <p:spPr>
            <a:xfrm>
              <a:off x="0" y="0"/>
              <a:ext cx="359918" cy="359918"/>
            </a:xfrm>
            <a:custGeom>
              <a:avLst/>
              <a:gdLst/>
              <a:ahLst/>
              <a:cxnLst/>
              <a:rect l="l" t="t" r="r" b="b"/>
              <a:pathLst>
                <a:path w="359918" h="359918">
                  <a:moveTo>
                    <a:pt x="0" y="0"/>
                  </a:moveTo>
                  <a:lnTo>
                    <a:pt x="359918" y="0"/>
                  </a:lnTo>
                  <a:lnTo>
                    <a:pt x="359918" y="359918"/>
                  </a:lnTo>
                  <a:lnTo>
                    <a:pt x="0" y="359918"/>
                  </a:lnTo>
                  <a:close/>
                </a:path>
              </a:pathLst>
            </a:custGeom>
            <a:solidFill>
              <a:srgbClr val="2E946B"/>
            </a:solidFill>
          </p:spPr>
          <p:txBody>
            <a:bodyPr/>
            <a:lstStyle/>
            <a:p>
              <a:endParaRPr lang="en-IN"/>
            </a:p>
          </p:txBody>
        </p:sp>
      </p:grpSp>
      <p:grpSp>
        <p:nvGrpSpPr>
          <p:cNvPr id="35" name="Group 35"/>
          <p:cNvGrpSpPr/>
          <p:nvPr/>
        </p:nvGrpSpPr>
        <p:grpSpPr>
          <a:xfrm>
            <a:off x="1013936" y="9707880"/>
            <a:ext cx="3214688" cy="289560"/>
            <a:chOff x="0" y="0"/>
            <a:chExt cx="4286250" cy="386080"/>
          </a:xfrm>
        </p:grpSpPr>
        <p:sp>
          <p:nvSpPr>
            <p:cNvPr id="36" name="Freeform 36"/>
            <p:cNvSpPr/>
            <p:nvPr/>
          </p:nvSpPr>
          <p:spPr>
            <a:xfrm>
              <a:off x="0" y="0"/>
              <a:ext cx="4286250" cy="386080"/>
            </a:xfrm>
            <a:custGeom>
              <a:avLst/>
              <a:gdLst/>
              <a:ahLst/>
              <a:cxnLst/>
              <a:rect l="l" t="t" r="r" b="b"/>
              <a:pathLst>
                <a:path w="4286250" h="386080">
                  <a:moveTo>
                    <a:pt x="0" y="0"/>
                  </a:moveTo>
                  <a:lnTo>
                    <a:pt x="4286250" y="0"/>
                  </a:lnTo>
                  <a:lnTo>
                    <a:pt x="4286250" y="386080"/>
                  </a:lnTo>
                  <a:lnTo>
                    <a:pt x="0" y="386080"/>
                  </a:lnTo>
                  <a:lnTo>
                    <a:pt x="0" y="0"/>
                  </a:lnTo>
                  <a:close/>
                </a:path>
              </a:pathLst>
            </a:custGeom>
            <a:blipFill>
              <a:blip r:embed="rId3"/>
              <a:stretch>
                <a:fillRect t="-2518486" r="-135857"/>
              </a:stretch>
            </a:blipFill>
          </p:spPr>
          <p:txBody>
            <a:bodyPr/>
            <a:lstStyle/>
            <a:p>
              <a:endParaRPr lang="en-IN"/>
            </a:p>
          </p:txBody>
        </p:sp>
      </p:grpSp>
      <p:sp>
        <p:nvSpPr>
          <p:cNvPr id="37" name="TextBox 37"/>
          <p:cNvSpPr txBox="1"/>
          <p:nvPr/>
        </p:nvSpPr>
        <p:spPr>
          <a:xfrm>
            <a:off x="1105376" y="592074"/>
            <a:ext cx="6920817" cy="1164584"/>
          </a:xfrm>
          <a:prstGeom prst="rect">
            <a:avLst/>
          </a:prstGeom>
        </p:spPr>
        <p:txBody>
          <a:bodyPr lIns="0" tIns="0" rIns="0" bIns="0" rtlCol="0" anchor="t">
            <a:spAutoFit/>
          </a:bodyPr>
          <a:lstStyle/>
          <a:p>
            <a:pPr algn="l">
              <a:lnSpc>
                <a:spcPts val="7200"/>
              </a:lnSpc>
            </a:pPr>
            <a:r>
              <a:rPr lang="en-US" sz="6000" b="1">
                <a:solidFill>
                  <a:srgbClr val="000000"/>
                </a:solidFill>
                <a:latin typeface="Trebuchet MS Bold"/>
                <a:ea typeface="Trebuchet MS Bold"/>
                <a:cs typeface="Trebuchet MS Bold"/>
                <a:sym typeface="Trebuchet MS Bold"/>
              </a:rPr>
              <a:t>Future scope</a:t>
            </a:r>
          </a:p>
        </p:txBody>
      </p:sp>
      <p:sp>
        <p:nvSpPr>
          <p:cNvPr id="39" name="TextBox 38">
            <a:extLst>
              <a:ext uri="{FF2B5EF4-FFF2-40B4-BE49-F238E27FC236}">
                <a16:creationId xmlns:a16="http://schemas.microsoft.com/office/drawing/2014/main" id="{00F33BBC-5CB1-C2B7-F98E-CC34FA4DD755}"/>
              </a:ext>
            </a:extLst>
          </p:cNvPr>
          <p:cNvSpPr txBox="1"/>
          <p:nvPr/>
        </p:nvSpPr>
        <p:spPr>
          <a:xfrm>
            <a:off x="1076543" y="2165276"/>
            <a:ext cx="12650518" cy="6986528"/>
          </a:xfrm>
          <a:prstGeom prst="rect">
            <a:avLst/>
          </a:prstGeom>
          <a:noFill/>
        </p:spPr>
        <p:txBody>
          <a:bodyPr wrap="square">
            <a:spAutoFit/>
          </a:bodyPr>
          <a:lstStyle/>
          <a:p>
            <a:pPr marL="342900" lvl="0" indent="-342900">
              <a:buFont typeface="Arial" panose="020B0604020202020204" pitchFamily="34" charset="0"/>
              <a:buChar char="•"/>
            </a:pPr>
            <a:r>
              <a:rPr lang="en-IN" sz="3200" b="1" dirty="0"/>
              <a:t>Predict future results</a:t>
            </a:r>
            <a:r>
              <a:rPr lang="en-IN" sz="3200" dirty="0"/>
              <a:t> – We can predict crop performance in the next season using old data. </a:t>
            </a:r>
          </a:p>
          <a:p>
            <a:pPr marL="342900" lvl="0" indent="-342900">
              <a:buFont typeface="Arial" panose="020B0604020202020204" pitchFamily="34" charset="0"/>
              <a:buChar char="•"/>
            </a:pPr>
            <a:r>
              <a:rPr lang="en-IN" sz="3200" b="1" dirty="0"/>
              <a:t>Add weather data</a:t>
            </a:r>
            <a:r>
              <a:rPr lang="en-IN" sz="3200" dirty="0"/>
              <a:t> – We can include rainfall, temperature, and humidity data. </a:t>
            </a:r>
          </a:p>
          <a:p>
            <a:pPr marL="342900" lvl="0" indent="-342900">
              <a:buFont typeface="Arial" panose="020B0604020202020204" pitchFamily="34" charset="0"/>
              <a:buChar char="•"/>
            </a:pPr>
            <a:r>
              <a:rPr lang="en-IN" sz="3200" b="1" dirty="0"/>
              <a:t>Compare different areas</a:t>
            </a:r>
            <a:r>
              <a:rPr lang="en-IN" sz="3200" dirty="0"/>
              <a:t> – We can compare agriculture in different regions. </a:t>
            </a:r>
          </a:p>
          <a:p>
            <a:pPr marL="342900" lvl="0" indent="-342900">
              <a:buFont typeface="Arial" panose="020B0604020202020204" pitchFamily="34" charset="0"/>
              <a:buChar char="•"/>
            </a:pPr>
            <a:r>
              <a:rPr lang="en-IN" sz="3200" b="1" dirty="0"/>
              <a:t>Use real-time data</a:t>
            </a:r>
            <a:r>
              <a:rPr lang="en-IN" sz="3200" dirty="0"/>
              <a:t> – The system can use current farming and weather information. </a:t>
            </a:r>
          </a:p>
          <a:p>
            <a:pPr marL="342900" lvl="0" indent="-342900">
              <a:buFont typeface="Arial" panose="020B0604020202020204" pitchFamily="34" charset="0"/>
              <a:buChar char="•"/>
            </a:pPr>
            <a:r>
              <a:rPr lang="en-IN" sz="3200" b="1" dirty="0"/>
              <a:t>Use Machine Learning</a:t>
            </a:r>
            <a:r>
              <a:rPr lang="en-IN" sz="3200" dirty="0"/>
              <a:t> – Machine Learning can help predict agricultural performance. </a:t>
            </a:r>
          </a:p>
          <a:p>
            <a:pPr marL="342900" lvl="0" indent="-342900">
              <a:buFont typeface="Arial" panose="020B0604020202020204" pitchFamily="34" charset="0"/>
              <a:buChar char="•"/>
            </a:pPr>
            <a:r>
              <a:rPr lang="en-IN" sz="3200" b="1" dirty="0"/>
              <a:t>Create a dashboard</a:t>
            </a:r>
            <a:r>
              <a:rPr lang="en-IN" sz="3200" dirty="0"/>
              <a:t> – We can make an easy dashboard to show results using charts and graphs. </a:t>
            </a:r>
          </a:p>
          <a:p>
            <a:pPr marL="342900" lvl="0" indent="-342900">
              <a:buFont typeface="Arial" panose="020B0604020202020204" pitchFamily="34" charset="0"/>
              <a:buChar char="•"/>
            </a:pPr>
            <a:r>
              <a:rPr lang="en-IN" sz="3200" b="1" dirty="0"/>
              <a:t>Better farming decisions</a:t>
            </a:r>
            <a:r>
              <a:rPr lang="en-IN" sz="3200" dirty="0"/>
              <a:t> – The results can help farmers and agricultural organizations plan better for each season.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4791360">
            <a:off x="9738484" y="5138738"/>
            <a:ext cx="10464870" cy="0"/>
          </a:xfrm>
          <a:prstGeom prst="line">
            <a:avLst/>
          </a:prstGeom>
          <a:ln w="9525" cap="rnd">
            <a:solidFill>
              <a:srgbClr val="5FCBEF"/>
            </a:solidFill>
            <a:prstDash val="solid"/>
            <a:headEnd type="none" w="sm" len="sm"/>
            <a:tailEnd type="none" w="sm" len="sm"/>
          </a:ln>
        </p:spPr>
        <p:txBody>
          <a:bodyPr/>
          <a:lstStyle/>
          <a:p>
            <a:endParaRPr lang="en-IN"/>
          </a:p>
        </p:txBody>
      </p:sp>
      <p:sp>
        <p:nvSpPr>
          <p:cNvPr id="3" name="AutoShape 3"/>
          <p:cNvSpPr/>
          <p:nvPr/>
        </p:nvSpPr>
        <p:spPr>
          <a:xfrm rot="8776560">
            <a:off x="10406482" y="7899797"/>
            <a:ext cx="8608171" cy="0"/>
          </a:xfrm>
          <a:prstGeom prst="line">
            <a:avLst/>
          </a:prstGeom>
          <a:ln w="9525" cap="rnd">
            <a:solidFill>
              <a:srgbClr val="5FCBEF"/>
            </a:solidFill>
            <a:prstDash val="solid"/>
            <a:headEnd type="none" w="sm" len="sm"/>
            <a:tailEnd type="none" w="sm" len="sm"/>
          </a:ln>
        </p:spPr>
        <p:txBody>
          <a:bodyPr/>
          <a:lstStyle/>
          <a:p>
            <a:endParaRPr lang="en-IN"/>
          </a:p>
        </p:txBody>
      </p:sp>
      <p:grpSp>
        <p:nvGrpSpPr>
          <p:cNvPr id="4" name="Group 4"/>
          <p:cNvGrpSpPr/>
          <p:nvPr/>
        </p:nvGrpSpPr>
        <p:grpSpPr>
          <a:xfrm>
            <a:off x="13772217" y="-12697"/>
            <a:ext cx="4511021" cy="10299697"/>
            <a:chOff x="0" y="0"/>
            <a:chExt cx="6014695" cy="13732929"/>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5FCBEF">
                <a:alpha val="12941"/>
              </a:srgbClr>
            </a:solidFill>
          </p:spPr>
          <p:txBody>
            <a:bodyPr/>
            <a:lstStyle/>
            <a:p>
              <a:endParaRPr lang="en-IN"/>
            </a:p>
          </p:txBody>
        </p:sp>
      </p:grpSp>
      <p:grpSp>
        <p:nvGrpSpPr>
          <p:cNvPr id="6" name="Group 6"/>
          <p:cNvGrpSpPr/>
          <p:nvPr/>
        </p:nvGrpSpPr>
        <p:grpSpPr>
          <a:xfrm>
            <a:off x="14405162" y="-12697"/>
            <a:ext cx="3882838" cy="10299697"/>
            <a:chOff x="0" y="0"/>
            <a:chExt cx="5177117" cy="13732929"/>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5FCBEF">
                <a:alpha val="3922"/>
              </a:srgbClr>
            </a:solidFill>
          </p:spPr>
          <p:txBody>
            <a:bodyPr/>
            <a:lstStyle/>
            <a:p>
              <a:endParaRPr lang="en-IN"/>
            </a:p>
          </p:txBody>
        </p:sp>
      </p:grpSp>
      <p:grpSp>
        <p:nvGrpSpPr>
          <p:cNvPr id="8" name="Group 8"/>
          <p:cNvGrpSpPr/>
          <p:nvPr/>
        </p:nvGrpSpPr>
        <p:grpSpPr>
          <a:xfrm>
            <a:off x="13398503" y="4572000"/>
            <a:ext cx="4889497" cy="5715000"/>
            <a:chOff x="0" y="0"/>
            <a:chExt cx="6519329"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7B0E4">
                <a:alpha val="43529"/>
              </a:srgbClr>
            </a:solidFill>
          </p:spPr>
          <p:txBody>
            <a:bodyPr/>
            <a:lstStyle/>
            <a:p>
              <a:endParaRPr lang="en-IN"/>
            </a:p>
          </p:txBody>
        </p:sp>
      </p:grpSp>
      <p:grpSp>
        <p:nvGrpSpPr>
          <p:cNvPr id="10" name="Group 10"/>
          <p:cNvGrpSpPr/>
          <p:nvPr/>
        </p:nvGrpSpPr>
        <p:grpSpPr>
          <a:xfrm>
            <a:off x="14001750" y="-12697"/>
            <a:ext cx="4281488" cy="10299697"/>
            <a:chOff x="0" y="0"/>
            <a:chExt cx="5708650" cy="13732929"/>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7B0E4">
                <a:alpha val="24706"/>
              </a:srgbClr>
            </a:solidFill>
          </p:spPr>
          <p:txBody>
            <a:bodyPr/>
            <a:lstStyle/>
            <a:p>
              <a:endParaRPr lang="en-IN"/>
            </a:p>
          </p:txBody>
        </p:sp>
      </p:grpSp>
      <p:grpSp>
        <p:nvGrpSpPr>
          <p:cNvPr id="12" name="Group 12"/>
          <p:cNvGrpSpPr/>
          <p:nvPr/>
        </p:nvGrpSpPr>
        <p:grpSpPr>
          <a:xfrm>
            <a:off x="16348091" y="-12697"/>
            <a:ext cx="1935137" cy="10299697"/>
            <a:chOff x="0" y="0"/>
            <a:chExt cx="2580183" cy="13732929"/>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E83C3">
                <a:alpha val="48627"/>
              </a:srgbClr>
            </a:solidFill>
          </p:spPr>
          <p:txBody>
            <a:bodyPr/>
            <a:lstStyle/>
            <a:p>
              <a:endParaRPr lang="en-IN"/>
            </a:p>
          </p:txBody>
        </p:sp>
      </p:grpSp>
      <p:grpSp>
        <p:nvGrpSpPr>
          <p:cNvPr id="14" name="Group 14"/>
          <p:cNvGrpSpPr/>
          <p:nvPr/>
        </p:nvGrpSpPr>
        <p:grpSpPr>
          <a:xfrm>
            <a:off x="16408498" y="-12697"/>
            <a:ext cx="1874739" cy="10299697"/>
            <a:chOff x="0" y="0"/>
            <a:chExt cx="2499652" cy="13732929"/>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236292">
                <a:alpha val="63922"/>
              </a:srgbClr>
            </a:solidFill>
          </p:spPr>
          <p:txBody>
            <a:bodyPr/>
            <a:lstStyle/>
            <a:p>
              <a:endParaRPr lang="en-IN"/>
            </a:p>
          </p:txBody>
        </p:sp>
      </p:grpSp>
      <p:grpSp>
        <p:nvGrpSpPr>
          <p:cNvPr id="16" name="Group 16"/>
          <p:cNvGrpSpPr/>
          <p:nvPr/>
        </p:nvGrpSpPr>
        <p:grpSpPr>
          <a:xfrm>
            <a:off x="15557497" y="5384797"/>
            <a:ext cx="2725741" cy="4902203"/>
            <a:chOff x="0" y="0"/>
            <a:chExt cx="3634321" cy="6536271"/>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7B0E4">
                <a:alpha val="43529"/>
              </a:srgbClr>
            </a:solidFill>
          </p:spPr>
          <p:txBody>
            <a:bodyPr/>
            <a:lstStyle/>
            <a:p>
              <a:endParaRPr lang="en-IN"/>
            </a:p>
          </p:txBody>
        </p:sp>
      </p:grpSp>
      <p:grpSp>
        <p:nvGrpSpPr>
          <p:cNvPr id="18" name="Group 18"/>
          <p:cNvGrpSpPr/>
          <p:nvPr/>
        </p:nvGrpSpPr>
        <p:grpSpPr>
          <a:xfrm>
            <a:off x="0" y="6019800"/>
            <a:ext cx="673103" cy="4267200"/>
            <a:chOff x="0" y="0"/>
            <a:chExt cx="897471"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5FCBEF">
                <a:alpha val="48627"/>
              </a:srgbClr>
            </a:solidFill>
          </p:spPr>
          <p:txBody>
            <a:bodyPr/>
            <a:lstStyle/>
            <a:p>
              <a:endParaRPr lang="en-IN"/>
            </a:p>
          </p:txBody>
        </p:sp>
      </p:grpSp>
      <p:grpSp>
        <p:nvGrpSpPr>
          <p:cNvPr id="20" name="Group 20"/>
          <p:cNvGrpSpPr/>
          <p:nvPr/>
        </p:nvGrpSpPr>
        <p:grpSpPr>
          <a:xfrm>
            <a:off x="990590" y="9568358"/>
            <a:ext cx="4114800" cy="547688"/>
            <a:chOff x="0" y="0"/>
            <a:chExt cx="5486400" cy="730250"/>
          </a:xfrm>
        </p:grpSpPr>
        <p:sp>
          <p:nvSpPr>
            <p:cNvPr id="21" name="Freeform 21"/>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2" name="TextBox 22"/>
            <p:cNvSpPr txBox="1"/>
            <p:nvPr/>
          </p:nvSpPr>
          <p:spPr>
            <a:xfrm>
              <a:off x="0" y="-9525"/>
              <a:ext cx="5486400" cy="739775"/>
            </a:xfrm>
            <a:prstGeom prst="rect">
              <a:avLst/>
            </a:prstGeom>
          </p:spPr>
          <p:txBody>
            <a:bodyPr lIns="0" tIns="0" rIns="0" bIns="0" rtlCol="0" anchor="ctr"/>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id="23" name="Group 23"/>
          <p:cNvGrpSpPr/>
          <p:nvPr/>
        </p:nvGrpSpPr>
        <p:grpSpPr>
          <a:xfrm>
            <a:off x="2168290" y="9568358"/>
            <a:ext cx="6172200" cy="547688"/>
            <a:chOff x="0" y="0"/>
            <a:chExt cx="8229600" cy="730250"/>
          </a:xfrm>
        </p:grpSpPr>
        <p:sp>
          <p:nvSpPr>
            <p:cNvPr id="24" name="Freeform 24"/>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2">
                <a:alphaModFix amt="0"/>
              </a:blip>
              <a:stretch>
                <a:fillRect t="-169587" b="-169587"/>
              </a:stretch>
            </a:blipFill>
          </p:spPr>
          <p:txBody>
            <a:bodyPr/>
            <a:lstStyle/>
            <a:p>
              <a:endParaRPr lang="en-IN"/>
            </a:p>
          </p:txBody>
        </p:sp>
        <p:sp>
          <p:nvSpPr>
            <p:cNvPr id="25" name="TextBox 25"/>
            <p:cNvSpPr txBox="1"/>
            <p:nvPr/>
          </p:nvSpPr>
          <p:spPr>
            <a:xfrm>
              <a:off x="0" y="-9525"/>
              <a:ext cx="8229600" cy="739775"/>
            </a:xfrm>
            <a:prstGeom prst="rect">
              <a:avLst/>
            </a:prstGeom>
          </p:spPr>
          <p:txBody>
            <a:bodyPr lIns="0" tIns="0" rIns="0" bIns="0" rtlCol="0" anchor="ctr"/>
            <a:lstStyle/>
            <a:p>
              <a:pPr algn="l">
                <a:lnSpc>
                  <a:spcPts val="1980"/>
                </a:lnSpc>
              </a:pPr>
              <a:r>
                <a:rPr lang="en-US" sz="1650" b="1">
                  <a:solidFill>
                    <a:srgbClr val="2E83C3"/>
                  </a:solidFill>
                  <a:latin typeface="Trebuchet MS Bold"/>
                  <a:ea typeface="Trebuchet MS Bold"/>
                  <a:cs typeface="Trebuchet MS Bold"/>
                  <a:sym typeface="Trebuchet MS Bold"/>
                </a:rPr>
                <a:t>Annual Review</a:t>
              </a:r>
            </a:p>
          </p:txBody>
        </p:sp>
      </p:grpSp>
      <p:grpSp>
        <p:nvGrpSpPr>
          <p:cNvPr id="26" name="Group 26"/>
          <p:cNvGrpSpPr/>
          <p:nvPr/>
        </p:nvGrpSpPr>
        <p:grpSpPr>
          <a:xfrm>
            <a:off x="13208003" y="9568358"/>
            <a:ext cx="4114800" cy="547688"/>
            <a:chOff x="0" y="0"/>
            <a:chExt cx="5486400" cy="730250"/>
          </a:xfrm>
        </p:grpSpPr>
        <p:sp>
          <p:nvSpPr>
            <p:cNvPr id="27" name="Freeform 2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8" name="TextBox 28"/>
            <p:cNvSpPr txBox="1"/>
            <p:nvPr/>
          </p:nvSpPr>
          <p:spPr>
            <a:xfrm>
              <a:off x="0" y="-9525"/>
              <a:ext cx="5486400" cy="739775"/>
            </a:xfrm>
            <a:prstGeom prst="rect">
              <a:avLst/>
            </a:prstGeom>
          </p:spPr>
          <p:txBody>
            <a:bodyPr lIns="0" tIns="0" rIns="0" bIns="0" rtlCol="0" anchor="ctr"/>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id="29" name="Group 29"/>
          <p:cNvGrpSpPr/>
          <p:nvPr/>
        </p:nvGrpSpPr>
        <p:grpSpPr>
          <a:xfrm>
            <a:off x="14031687" y="8045977"/>
            <a:ext cx="685800" cy="685800"/>
            <a:chOff x="0" y="0"/>
            <a:chExt cx="914400" cy="914400"/>
          </a:xfrm>
        </p:grpSpPr>
        <p:sp>
          <p:nvSpPr>
            <p:cNvPr id="30" name="Freeform 30"/>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solidFill>
              <a:srgbClr val="42B051"/>
            </a:solidFill>
          </p:spPr>
          <p:txBody>
            <a:bodyPr/>
            <a:lstStyle/>
            <a:p>
              <a:endParaRPr lang="en-IN"/>
            </a:p>
          </p:txBody>
        </p:sp>
      </p:grpSp>
      <p:grpSp>
        <p:nvGrpSpPr>
          <p:cNvPr id="31" name="Group 31"/>
          <p:cNvGrpSpPr/>
          <p:nvPr/>
        </p:nvGrpSpPr>
        <p:grpSpPr>
          <a:xfrm>
            <a:off x="10039188" y="2549833"/>
            <a:ext cx="479622" cy="479622"/>
            <a:chOff x="0" y="0"/>
            <a:chExt cx="639496" cy="639496"/>
          </a:xfrm>
        </p:grpSpPr>
        <p:sp>
          <p:nvSpPr>
            <p:cNvPr id="32" name="Freeform 32"/>
            <p:cNvSpPr/>
            <p:nvPr/>
          </p:nvSpPr>
          <p:spPr>
            <a:xfrm>
              <a:off x="0" y="0"/>
              <a:ext cx="639445" cy="639445"/>
            </a:xfrm>
            <a:custGeom>
              <a:avLst/>
              <a:gdLst/>
              <a:ahLst/>
              <a:cxnLst/>
              <a:rect l="l" t="t" r="r" b="b"/>
              <a:pathLst>
                <a:path w="639445" h="639445">
                  <a:moveTo>
                    <a:pt x="0" y="0"/>
                  </a:moveTo>
                  <a:lnTo>
                    <a:pt x="639445" y="0"/>
                  </a:lnTo>
                  <a:lnTo>
                    <a:pt x="639445" y="639445"/>
                  </a:lnTo>
                  <a:lnTo>
                    <a:pt x="0" y="639445"/>
                  </a:lnTo>
                  <a:close/>
                </a:path>
              </a:pathLst>
            </a:custGeom>
            <a:solidFill>
              <a:srgbClr val="2E83C3"/>
            </a:solidFill>
          </p:spPr>
          <p:txBody>
            <a:bodyPr/>
            <a:lstStyle/>
            <a:p>
              <a:endParaRPr lang="en-IN"/>
            </a:p>
          </p:txBody>
        </p:sp>
      </p:grpSp>
      <p:grpSp>
        <p:nvGrpSpPr>
          <p:cNvPr id="33" name="Group 33"/>
          <p:cNvGrpSpPr/>
          <p:nvPr/>
        </p:nvGrpSpPr>
        <p:grpSpPr>
          <a:xfrm>
            <a:off x="14031687" y="8846610"/>
            <a:ext cx="269967" cy="269967"/>
            <a:chOff x="0" y="0"/>
            <a:chExt cx="359956" cy="359956"/>
          </a:xfrm>
        </p:grpSpPr>
        <p:sp>
          <p:nvSpPr>
            <p:cNvPr id="34" name="Freeform 34"/>
            <p:cNvSpPr/>
            <p:nvPr/>
          </p:nvSpPr>
          <p:spPr>
            <a:xfrm>
              <a:off x="0" y="0"/>
              <a:ext cx="359918" cy="359918"/>
            </a:xfrm>
            <a:custGeom>
              <a:avLst/>
              <a:gdLst/>
              <a:ahLst/>
              <a:cxnLst/>
              <a:rect l="l" t="t" r="r" b="b"/>
              <a:pathLst>
                <a:path w="359918" h="359918">
                  <a:moveTo>
                    <a:pt x="0" y="0"/>
                  </a:moveTo>
                  <a:lnTo>
                    <a:pt x="359918" y="0"/>
                  </a:lnTo>
                  <a:lnTo>
                    <a:pt x="359918" y="359918"/>
                  </a:lnTo>
                  <a:lnTo>
                    <a:pt x="0" y="359918"/>
                  </a:lnTo>
                  <a:close/>
                </a:path>
              </a:pathLst>
            </a:custGeom>
            <a:solidFill>
              <a:srgbClr val="2E946B"/>
            </a:solidFill>
          </p:spPr>
          <p:txBody>
            <a:bodyPr/>
            <a:lstStyle/>
            <a:p>
              <a:endParaRPr lang="en-IN"/>
            </a:p>
          </p:txBody>
        </p:sp>
      </p:grpSp>
      <p:grpSp>
        <p:nvGrpSpPr>
          <p:cNvPr id="35" name="Group 35"/>
          <p:cNvGrpSpPr/>
          <p:nvPr/>
        </p:nvGrpSpPr>
        <p:grpSpPr>
          <a:xfrm>
            <a:off x="1013936" y="9707880"/>
            <a:ext cx="3214688" cy="289560"/>
            <a:chOff x="0" y="0"/>
            <a:chExt cx="4286250" cy="386080"/>
          </a:xfrm>
        </p:grpSpPr>
        <p:sp>
          <p:nvSpPr>
            <p:cNvPr id="36" name="Freeform 36"/>
            <p:cNvSpPr/>
            <p:nvPr/>
          </p:nvSpPr>
          <p:spPr>
            <a:xfrm>
              <a:off x="0" y="0"/>
              <a:ext cx="4286250" cy="386080"/>
            </a:xfrm>
            <a:custGeom>
              <a:avLst/>
              <a:gdLst/>
              <a:ahLst/>
              <a:cxnLst/>
              <a:rect l="l" t="t" r="r" b="b"/>
              <a:pathLst>
                <a:path w="4286250" h="386080">
                  <a:moveTo>
                    <a:pt x="0" y="0"/>
                  </a:moveTo>
                  <a:lnTo>
                    <a:pt x="4286250" y="0"/>
                  </a:lnTo>
                  <a:lnTo>
                    <a:pt x="4286250" y="386080"/>
                  </a:lnTo>
                  <a:lnTo>
                    <a:pt x="0" y="386080"/>
                  </a:lnTo>
                  <a:lnTo>
                    <a:pt x="0" y="0"/>
                  </a:lnTo>
                  <a:close/>
                </a:path>
              </a:pathLst>
            </a:custGeom>
            <a:blipFill>
              <a:blip r:embed="rId3"/>
              <a:stretch>
                <a:fillRect t="-2518486" r="-135857"/>
              </a:stretch>
            </a:blipFill>
          </p:spPr>
          <p:txBody>
            <a:bodyPr/>
            <a:lstStyle/>
            <a:p>
              <a:endParaRPr lang="en-IN"/>
            </a:p>
          </p:txBody>
        </p:sp>
      </p:grpSp>
      <p:sp>
        <p:nvSpPr>
          <p:cNvPr id="37" name="TextBox 37"/>
          <p:cNvSpPr txBox="1"/>
          <p:nvPr/>
        </p:nvSpPr>
        <p:spPr>
          <a:xfrm>
            <a:off x="1105376" y="592074"/>
            <a:ext cx="6920817" cy="1164584"/>
          </a:xfrm>
          <a:prstGeom prst="rect">
            <a:avLst/>
          </a:prstGeom>
        </p:spPr>
        <p:txBody>
          <a:bodyPr lIns="0" tIns="0" rIns="0" bIns="0" rtlCol="0" anchor="t">
            <a:spAutoFit/>
          </a:bodyPr>
          <a:lstStyle/>
          <a:p>
            <a:pPr algn="l">
              <a:lnSpc>
                <a:spcPts val="7200"/>
              </a:lnSpc>
            </a:pPr>
            <a:r>
              <a:rPr lang="en-US" sz="6000" b="1">
                <a:solidFill>
                  <a:srgbClr val="000000"/>
                </a:solidFill>
                <a:latin typeface="Trebuchet MS Bold"/>
                <a:ea typeface="Trebuchet MS Bold"/>
                <a:cs typeface="Trebuchet MS Bold"/>
                <a:sym typeface="Trebuchet MS Bold"/>
              </a:rPr>
              <a:t>GitHub Link</a:t>
            </a:r>
          </a:p>
        </p:txBody>
      </p:sp>
      <p:sp>
        <p:nvSpPr>
          <p:cNvPr id="40" name="TextBox 39">
            <a:extLst>
              <a:ext uri="{FF2B5EF4-FFF2-40B4-BE49-F238E27FC236}">
                <a16:creationId xmlns:a16="http://schemas.microsoft.com/office/drawing/2014/main" id="{4A915091-DFC3-4C13-164B-DEA5C12CAE29}"/>
              </a:ext>
            </a:extLst>
          </p:cNvPr>
          <p:cNvSpPr txBox="1"/>
          <p:nvPr/>
        </p:nvSpPr>
        <p:spPr>
          <a:xfrm>
            <a:off x="1105376" y="1756658"/>
            <a:ext cx="8478191" cy="1077218"/>
          </a:xfrm>
          <a:prstGeom prst="rect">
            <a:avLst/>
          </a:prstGeom>
          <a:noFill/>
        </p:spPr>
        <p:txBody>
          <a:bodyPr wrap="square">
            <a:spAutoFit/>
          </a:bodyPr>
          <a:lstStyle/>
          <a:p>
            <a:r>
              <a:rPr lang="en-IN" sz="3200" dirty="0"/>
              <a:t>https://github.com/GoutamPatil30/Seasonal-Agriculture-Performance-Analysis-.git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4791360">
            <a:off x="9738484" y="5138738"/>
            <a:ext cx="10464870" cy="0"/>
          </a:xfrm>
          <a:prstGeom prst="line">
            <a:avLst/>
          </a:prstGeom>
          <a:ln w="9525" cap="rnd">
            <a:solidFill>
              <a:srgbClr val="5FCBEF"/>
            </a:solidFill>
            <a:prstDash val="solid"/>
            <a:headEnd type="none" w="sm" len="sm"/>
            <a:tailEnd type="none" w="sm" len="sm"/>
          </a:ln>
        </p:spPr>
        <p:txBody>
          <a:bodyPr/>
          <a:lstStyle/>
          <a:p>
            <a:endParaRPr lang="en-IN"/>
          </a:p>
        </p:txBody>
      </p:sp>
      <p:sp>
        <p:nvSpPr>
          <p:cNvPr id="3" name="AutoShape 3"/>
          <p:cNvSpPr/>
          <p:nvPr/>
        </p:nvSpPr>
        <p:spPr>
          <a:xfrm rot="8776560">
            <a:off x="10406482" y="7899797"/>
            <a:ext cx="8608171" cy="0"/>
          </a:xfrm>
          <a:prstGeom prst="line">
            <a:avLst/>
          </a:prstGeom>
          <a:ln w="9525" cap="rnd">
            <a:solidFill>
              <a:srgbClr val="5FCBEF"/>
            </a:solidFill>
            <a:prstDash val="solid"/>
            <a:headEnd type="none" w="sm" len="sm"/>
            <a:tailEnd type="none" w="sm" len="sm"/>
          </a:ln>
        </p:spPr>
        <p:txBody>
          <a:bodyPr/>
          <a:lstStyle/>
          <a:p>
            <a:endParaRPr lang="en-IN"/>
          </a:p>
        </p:txBody>
      </p:sp>
      <p:grpSp>
        <p:nvGrpSpPr>
          <p:cNvPr id="4" name="Group 4"/>
          <p:cNvGrpSpPr/>
          <p:nvPr/>
        </p:nvGrpSpPr>
        <p:grpSpPr>
          <a:xfrm>
            <a:off x="13772217" y="-12697"/>
            <a:ext cx="4511021" cy="10299697"/>
            <a:chOff x="0" y="0"/>
            <a:chExt cx="6014695" cy="13732929"/>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5FCBEF">
                <a:alpha val="12941"/>
              </a:srgbClr>
            </a:solidFill>
          </p:spPr>
          <p:txBody>
            <a:bodyPr/>
            <a:lstStyle/>
            <a:p>
              <a:endParaRPr lang="en-IN"/>
            </a:p>
          </p:txBody>
        </p:sp>
      </p:grpSp>
      <p:grpSp>
        <p:nvGrpSpPr>
          <p:cNvPr id="6" name="Group 6"/>
          <p:cNvGrpSpPr/>
          <p:nvPr/>
        </p:nvGrpSpPr>
        <p:grpSpPr>
          <a:xfrm>
            <a:off x="14405162" y="-12697"/>
            <a:ext cx="3882838" cy="10299697"/>
            <a:chOff x="0" y="0"/>
            <a:chExt cx="5177117" cy="13732929"/>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5FCBEF">
                <a:alpha val="3922"/>
              </a:srgbClr>
            </a:solidFill>
          </p:spPr>
          <p:txBody>
            <a:bodyPr/>
            <a:lstStyle/>
            <a:p>
              <a:endParaRPr lang="en-IN"/>
            </a:p>
          </p:txBody>
        </p:sp>
      </p:grpSp>
      <p:grpSp>
        <p:nvGrpSpPr>
          <p:cNvPr id="8" name="Group 8"/>
          <p:cNvGrpSpPr/>
          <p:nvPr/>
        </p:nvGrpSpPr>
        <p:grpSpPr>
          <a:xfrm>
            <a:off x="13398503" y="4572000"/>
            <a:ext cx="4889497" cy="5715000"/>
            <a:chOff x="0" y="0"/>
            <a:chExt cx="6519329"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7B0E4">
                <a:alpha val="43529"/>
              </a:srgbClr>
            </a:solidFill>
          </p:spPr>
          <p:txBody>
            <a:bodyPr/>
            <a:lstStyle/>
            <a:p>
              <a:endParaRPr lang="en-IN"/>
            </a:p>
          </p:txBody>
        </p:sp>
      </p:grpSp>
      <p:grpSp>
        <p:nvGrpSpPr>
          <p:cNvPr id="10" name="Group 10"/>
          <p:cNvGrpSpPr/>
          <p:nvPr/>
        </p:nvGrpSpPr>
        <p:grpSpPr>
          <a:xfrm>
            <a:off x="14001750" y="-12697"/>
            <a:ext cx="4281488" cy="10299697"/>
            <a:chOff x="0" y="0"/>
            <a:chExt cx="5708650" cy="13732929"/>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7B0E4">
                <a:alpha val="24706"/>
              </a:srgbClr>
            </a:solidFill>
          </p:spPr>
          <p:txBody>
            <a:bodyPr/>
            <a:lstStyle/>
            <a:p>
              <a:endParaRPr lang="en-IN"/>
            </a:p>
          </p:txBody>
        </p:sp>
      </p:grpSp>
      <p:grpSp>
        <p:nvGrpSpPr>
          <p:cNvPr id="12" name="Group 12"/>
          <p:cNvGrpSpPr/>
          <p:nvPr/>
        </p:nvGrpSpPr>
        <p:grpSpPr>
          <a:xfrm>
            <a:off x="16348091" y="-12697"/>
            <a:ext cx="1935137" cy="10299697"/>
            <a:chOff x="0" y="0"/>
            <a:chExt cx="2580183" cy="13732929"/>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E83C3">
                <a:alpha val="48627"/>
              </a:srgbClr>
            </a:solidFill>
          </p:spPr>
          <p:txBody>
            <a:bodyPr/>
            <a:lstStyle/>
            <a:p>
              <a:endParaRPr lang="en-IN"/>
            </a:p>
          </p:txBody>
        </p:sp>
      </p:grpSp>
      <p:grpSp>
        <p:nvGrpSpPr>
          <p:cNvPr id="14" name="Group 14"/>
          <p:cNvGrpSpPr/>
          <p:nvPr/>
        </p:nvGrpSpPr>
        <p:grpSpPr>
          <a:xfrm>
            <a:off x="16408498" y="-12697"/>
            <a:ext cx="1874739" cy="10299697"/>
            <a:chOff x="0" y="0"/>
            <a:chExt cx="2499652" cy="13732929"/>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236292">
                <a:alpha val="63922"/>
              </a:srgbClr>
            </a:solidFill>
          </p:spPr>
          <p:txBody>
            <a:bodyPr/>
            <a:lstStyle/>
            <a:p>
              <a:endParaRPr lang="en-IN"/>
            </a:p>
          </p:txBody>
        </p:sp>
      </p:grpSp>
      <p:grpSp>
        <p:nvGrpSpPr>
          <p:cNvPr id="16" name="Group 16"/>
          <p:cNvGrpSpPr/>
          <p:nvPr/>
        </p:nvGrpSpPr>
        <p:grpSpPr>
          <a:xfrm>
            <a:off x="15557497" y="5384797"/>
            <a:ext cx="2725741" cy="4902203"/>
            <a:chOff x="0" y="0"/>
            <a:chExt cx="3634321" cy="6536271"/>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7B0E4">
                <a:alpha val="43529"/>
              </a:srgbClr>
            </a:solidFill>
          </p:spPr>
          <p:txBody>
            <a:bodyPr/>
            <a:lstStyle/>
            <a:p>
              <a:endParaRPr lang="en-IN"/>
            </a:p>
          </p:txBody>
        </p:sp>
      </p:grpSp>
      <p:grpSp>
        <p:nvGrpSpPr>
          <p:cNvPr id="18" name="Group 18"/>
          <p:cNvGrpSpPr/>
          <p:nvPr/>
        </p:nvGrpSpPr>
        <p:grpSpPr>
          <a:xfrm>
            <a:off x="0" y="6019800"/>
            <a:ext cx="673103" cy="4267200"/>
            <a:chOff x="0" y="0"/>
            <a:chExt cx="897471"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5FCBEF">
                <a:alpha val="48627"/>
              </a:srgbClr>
            </a:solidFill>
          </p:spPr>
          <p:txBody>
            <a:bodyPr/>
            <a:lstStyle/>
            <a:p>
              <a:endParaRPr lang="en-IN"/>
            </a:p>
          </p:txBody>
        </p:sp>
      </p:grpSp>
      <p:grpSp>
        <p:nvGrpSpPr>
          <p:cNvPr id="20" name="Group 20"/>
          <p:cNvGrpSpPr/>
          <p:nvPr/>
        </p:nvGrpSpPr>
        <p:grpSpPr>
          <a:xfrm>
            <a:off x="990590" y="9568358"/>
            <a:ext cx="4114800" cy="547688"/>
            <a:chOff x="0" y="0"/>
            <a:chExt cx="5486400" cy="730250"/>
          </a:xfrm>
        </p:grpSpPr>
        <p:sp>
          <p:nvSpPr>
            <p:cNvPr id="21" name="Freeform 21"/>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2" name="TextBox 22"/>
            <p:cNvSpPr txBox="1"/>
            <p:nvPr/>
          </p:nvSpPr>
          <p:spPr>
            <a:xfrm>
              <a:off x="0" y="-9525"/>
              <a:ext cx="5486400" cy="739775"/>
            </a:xfrm>
            <a:prstGeom prst="rect">
              <a:avLst/>
            </a:prstGeom>
          </p:spPr>
          <p:txBody>
            <a:bodyPr lIns="0" tIns="0" rIns="0" bIns="0" rtlCol="0" anchor="ctr"/>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id="23" name="Group 23"/>
          <p:cNvGrpSpPr/>
          <p:nvPr/>
        </p:nvGrpSpPr>
        <p:grpSpPr>
          <a:xfrm>
            <a:off x="2168290" y="9568358"/>
            <a:ext cx="6172200" cy="547688"/>
            <a:chOff x="0" y="0"/>
            <a:chExt cx="8229600" cy="730250"/>
          </a:xfrm>
        </p:grpSpPr>
        <p:sp>
          <p:nvSpPr>
            <p:cNvPr id="24" name="Freeform 24"/>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2">
                <a:alphaModFix amt="0"/>
              </a:blip>
              <a:stretch>
                <a:fillRect t="-169587" b="-169587"/>
              </a:stretch>
            </a:blipFill>
          </p:spPr>
          <p:txBody>
            <a:bodyPr/>
            <a:lstStyle/>
            <a:p>
              <a:endParaRPr lang="en-IN"/>
            </a:p>
          </p:txBody>
        </p:sp>
        <p:sp>
          <p:nvSpPr>
            <p:cNvPr id="25" name="TextBox 25"/>
            <p:cNvSpPr txBox="1"/>
            <p:nvPr/>
          </p:nvSpPr>
          <p:spPr>
            <a:xfrm>
              <a:off x="0" y="-9525"/>
              <a:ext cx="8229600" cy="739775"/>
            </a:xfrm>
            <a:prstGeom prst="rect">
              <a:avLst/>
            </a:prstGeom>
          </p:spPr>
          <p:txBody>
            <a:bodyPr lIns="0" tIns="0" rIns="0" bIns="0" rtlCol="0" anchor="ctr"/>
            <a:lstStyle/>
            <a:p>
              <a:pPr algn="l">
                <a:lnSpc>
                  <a:spcPts val="1980"/>
                </a:lnSpc>
              </a:pPr>
              <a:r>
                <a:rPr lang="en-US" sz="1650" b="1">
                  <a:solidFill>
                    <a:srgbClr val="2E83C3"/>
                  </a:solidFill>
                  <a:latin typeface="Trebuchet MS Bold"/>
                  <a:ea typeface="Trebuchet MS Bold"/>
                  <a:cs typeface="Trebuchet MS Bold"/>
                  <a:sym typeface="Trebuchet MS Bold"/>
                </a:rPr>
                <a:t>Annual Review</a:t>
              </a:r>
            </a:p>
          </p:txBody>
        </p:sp>
      </p:grpSp>
      <p:grpSp>
        <p:nvGrpSpPr>
          <p:cNvPr id="26" name="Group 26"/>
          <p:cNvGrpSpPr/>
          <p:nvPr/>
        </p:nvGrpSpPr>
        <p:grpSpPr>
          <a:xfrm>
            <a:off x="13208003" y="9568358"/>
            <a:ext cx="4114800" cy="547688"/>
            <a:chOff x="0" y="0"/>
            <a:chExt cx="5486400" cy="730250"/>
          </a:xfrm>
        </p:grpSpPr>
        <p:sp>
          <p:nvSpPr>
            <p:cNvPr id="27" name="Freeform 2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8" name="TextBox 28"/>
            <p:cNvSpPr txBox="1"/>
            <p:nvPr/>
          </p:nvSpPr>
          <p:spPr>
            <a:xfrm>
              <a:off x="0" y="-9525"/>
              <a:ext cx="5486400" cy="739775"/>
            </a:xfrm>
            <a:prstGeom prst="rect">
              <a:avLst/>
            </a:prstGeom>
          </p:spPr>
          <p:txBody>
            <a:bodyPr lIns="0" tIns="0" rIns="0" bIns="0" rtlCol="0" anchor="ctr"/>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id="29" name="Group 29"/>
          <p:cNvGrpSpPr/>
          <p:nvPr/>
        </p:nvGrpSpPr>
        <p:grpSpPr>
          <a:xfrm>
            <a:off x="14031687" y="8045977"/>
            <a:ext cx="685800" cy="685800"/>
            <a:chOff x="0" y="0"/>
            <a:chExt cx="914400" cy="914400"/>
          </a:xfrm>
        </p:grpSpPr>
        <p:sp>
          <p:nvSpPr>
            <p:cNvPr id="30" name="Freeform 30"/>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solidFill>
              <a:srgbClr val="42B051"/>
            </a:solidFill>
          </p:spPr>
          <p:txBody>
            <a:bodyPr/>
            <a:lstStyle/>
            <a:p>
              <a:endParaRPr lang="en-IN"/>
            </a:p>
          </p:txBody>
        </p:sp>
      </p:grpSp>
      <p:grpSp>
        <p:nvGrpSpPr>
          <p:cNvPr id="31" name="Group 31"/>
          <p:cNvGrpSpPr/>
          <p:nvPr/>
        </p:nvGrpSpPr>
        <p:grpSpPr>
          <a:xfrm>
            <a:off x="10039188" y="2549833"/>
            <a:ext cx="479622" cy="479622"/>
            <a:chOff x="0" y="0"/>
            <a:chExt cx="639496" cy="639496"/>
          </a:xfrm>
        </p:grpSpPr>
        <p:sp>
          <p:nvSpPr>
            <p:cNvPr id="32" name="Freeform 32"/>
            <p:cNvSpPr/>
            <p:nvPr/>
          </p:nvSpPr>
          <p:spPr>
            <a:xfrm>
              <a:off x="0" y="0"/>
              <a:ext cx="639445" cy="639445"/>
            </a:xfrm>
            <a:custGeom>
              <a:avLst/>
              <a:gdLst/>
              <a:ahLst/>
              <a:cxnLst/>
              <a:rect l="l" t="t" r="r" b="b"/>
              <a:pathLst>
                <a:path w="639445" h="639445">
                  <a:moveTo>
                    <a:pt x="0" y="0"/>
                  </a:moveTo>
                  <a:lnTo>
                    <a:pt x="639445" y="0"/>
                  </a:lnTo>
                  <a:lnTo>
                    <a:pt x="639445" y="639445"/>
                  </a:lnTo>
                  <a:lnTo>
                    <a:pt x="0" y="639445"/>
                  </a:lnTo>
                  <a:close/>
                </a:path>
              </a:pathLst>
            </a:custGeom>
            <a:solidFill>
              <a:srgbClr val="2E83C3"/>
            </a:solidFill>
          </p:spPr>
          <p:txBody>
            <a:bodyPr/>
            <a:lstStyle/>
            <a:p>
              <a:endParaRPr lang="en-IN"/>
            </a:p>
          </p:txBody>
        </p:sp>
      </p:grpSp>
      <p:grpSp>
        <p:nvGrpSpPr>
          <p:cNvPr id="33" name="Group 33"/>
          <p:cNvGrpSpPr/>
          <p:nvPr/>
        </p:nvGrpSpPr>
        <p:grpSpPr>
          <a:xfrm>
            <a:off x="14031687" y="8846610"/>
            <a:ext cx="269967" cy="269967"/>
            <a:chOff x="0" y="0"/>
            <a:chExt cx="359956" cy="359956"/>
          </a:xfrm>
        </p:grpSpPr>
        <p:sp>
          <p:nvSpPr>
            <p:cNvPr id="34" name="Freeform 34"/>
            <p:cNvSpPr/>
            <p:nvPr/>
          </p:nvSpPr>
          <p:spPr>
            <a:xfrm>
              <a:off x="0" y="0"/>
              <a:ext cx="359918" cy="359918"/>
            </a:xfrm>
            <a:custGeom>
              <a:avLst/>
              <a:gdLst/>
              <a:ahLst/>
              <a:cxnLst/>
              <a:rect l="l" t="t" r="r" b="b"/>
              <a:pathLst>
                <a:path w="359918" h="359918">
                  <a:moveTo>
                    <a:pt x="0" y="0"/>
                  </a:moveTo>
                  <a:lnTo>
                    <a:pt x="359918" y="0"/>
                  </a:lnTo>
                  <a:lnTo>
                    <a:pt x="359918" y="359918"/>
                  </a:lnTo>
                  <a:lnTo>
                    <a:pt x="0" y="359918"/>
                  </a:lnTo>
                  <a:close/>
                </a:path>
              </a:pathLst>
            </a:custGeom>
            <a:solidFill>
              <a:srgbClr val="2E946B"/>
            </a:solidFill>
          </p:spPr>
          <p:txBody>
            <a:bodyPr/>
            <a:lstStyle/>
            <a:p>
              <a:endParaRPr lang="en-IN"/>
            </a:p>
          </p:txBody>
        </p:sp>
      </p:grpSp>
      <p:grpSp>
        <p:nvGrpSpPr>
          <p:cNvPr id="35" name="Group 35"/>
          <p:cNvGrpSpPr/>
          <p:nvPr/>
        </p:nvGrpSpPr>
        <p:grpSpPr>
          <a:xfrm>
            <a:off x="1013936" y="9707880"/>
            <a:ext cx="3214688" cy="289560"/>
            <a:chOff x="0" y="0"/>
            <a:chExt cx="4286250" cy="386080"/>
          </a:xfrm>
        </p:grpSpPr>
        <p:sp>
          <p:nvSpPr>
            <p:cNvPr id="36" name="Freeform 36"/>
            <p:cNvSpPr/>
            <p:nvPr/>
          </p:nvSpPr>
          <p:spPr>
            <a:xfrm>
              <a:off x="0" y="0"/>
              <a:ext cx="4286250" cy="386080"/>
            </a:xfrm>
            <a:custGeom>
              <a:avLst/>
              <a:gdLst/>
              <a:ahLst/>
              <a:cxnLst/>
              <a:rect l="l" t="t" r="r" b="b"/>
              <a:pathLst>
                <a:path w="4286250" h="386080">
                  <a:moveTo>
                    <a:pt x="0" y="0"/>
                  </a:moveTo>
                  <a:lnTo>
                    <a:pt x="4286250" y="0"/>
                  </a:lnTo>
                  <a:lnTo>
                    <a:pt x="4286250" y="386080"/>
                  </a:lnTo>
                  <a:lnTo>
                    <a:pt x="0" y="386080"/>
                  </a:lnTo>
                  <a:lnTo>
                    <a:pt x="0" y="0"/>
                  </a:lnTo>
                  <a:close/>
                </a:path>
              </a:pathLst>
            </a:custGeom>
            <a:blipFill>
              <a:blip r:embed="rId3"/>
              <a:stretch>
                <a:fillRect t="-2518486" r="-135857"/>
              </a:stretch>
            </a:blipFill>
          </p:spPr>
          <p:txBody>
            <a:bodyPr/>
            <a:lstStyle/>
            <a:p>
              <a:endParaRPr lang="en-IN"/>
            </a:p>
          </p:txBody>
        </p:sp>
      </p:grpSp>
      <p:sp>
        <p:nvSpPr>
          <p:cNvPr id="37" name="TextBox 37"/>
          <p:cNvSpPr txBox="1"/>
          <p:nvPr/>
        </p:nvSpPr>
        <p:spPr>
          <a:xfrm>
            <a:off x="1105376" y="592074"/>
            <a:ext cx="12344200" cy="1245070"/>
          </a:xfrm>
          <a:prstGeom prst="rect">
            <a:avLst/>
          </a:prstGeom>
        </p:spPr>
        <p:txBody>
          <a:bodyPr lIns="0" tIns="0" rIns="0" bIns="0" rtlCol="0" anchor="t">
            <a:spAutoFit/>
          </a:bodyPr>
          <a:lstStyle/>
          <a:p>
            <a:pPr algn="l">
              <a:lnSpc>
                <a:spcPts val="5184"/>
              </a:lnSpc>
            </a:pPr>
            <a:r>
              <a:rPr lang="en-US" sz="4320" b="1" dirty="0">
                <a:solidFill>
                  <a:srgbClr val="000000"/>
                </a:solidFill>
                <a:latin typeface="Trebuchet MS Bold"/>
                <a:ea typeface="Trebuchet MS Bold"/>
                <a:cs typeface="Trebuchet MS Bold"/>
                <a:sym typeface="Trebuchet MS Bold"/>
              </a:rPr>
              <a:t>VOIS Course completion certificate - </a:t>
            </a:r>
          </a:p>
          <a:p>
            <a:pPr algn="l">
              <a:lnSpc>
                <a:spcPts val="5184"/>
              </a:lnSpc>
            </a:pPr>
            <a:r>
              <a:rPr lang="en-US" sz="4320" b="1" dirty="0">
                <a:solidFill>
                  <a:srgbClr val="000000"/>
                </a:solidFill>
                <a:latin typeface="Trebuchet MS Bold"/>
                <a:ea typeface="Trebuchet MS Bold"/>
                <a:cs typeface="Trebuchet MS Bold"/>
                <a:sym typeface="Trebuchet MS Bold"/>
              </a:rPr>
              <a:t>Course name- Data Visualization </a:t>
            </a:r>
          </a:p>
        </p:txBody>
      </p:sp>
      <p:pic>
        <p:nvPicPr>
          <p:cNvPr id="39" name="Picture 38">
            <a:extLst>
              <a:ext uri="{FF2B5EF4-FFF2-40B4-BE49-F238E27FC236}">
                <a16:creationId xmlns:a16="http://schemas.microsoft.com/office/drawing/2014/main" id="{2C5D4CF2-7668-F66E-2A03-E95EAE448E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1930" y="2161257"/>
            <a:ext cx="12979696" cy="6868443"/>
          </a:xfrm>
          <a:prstGeom prst="rect">
            <a:avLst/>
          </a:prstGeom>
        </p:spPr>
      </p:pic>
      <p:graphicFrame>
        <p:nvGraphicFramePr>
          <p:cNvPr id="40" name="Object 39">
            <a:extLst>
              <a:ext uri="{FF2B5EF4-FFF2-40B4-BE49-F238E27FC236}">
                <a16:creationId xmlns:a16="http://schemas.microsoft.com/office/drawing/2014/main" id="{F94A8553-C022-F8EB-5534-6E5923CEFDA7}"/>
              </a:ext>
            </a:extLst>
          </p:cNvPr>
          <p:cNvGraphicFramePr>
            <a:graphicFrameLocks noChangeAspect="1"/>
          </p:cNvGraphicFramePr>
          <p:nvPr>
            <p:extLst>
              <p:ext uri="{D42A27DB-BD31-4B8C-83A1-F6EECF244321}">
                <p14:modId xmlns:p14="http://schemas.microsoft.com/office/powerpoint/2010/main" val="2917337295"/>
              </p:ext>
            </p:extLst>
          </p:nvPr>
        </p:nvGraphicFramePr>
        <p:xfrm>
          <a:off x="98425" y="98425"/>
          <a:ext cx="898525" cy="517525"/>
        </p:xfrm>
        <a:graphic>
          <a:graphicData uri="http://schemas.openxmlformats.org/presentationml/2006/ole">
            <mc:AlternateContent xmlns:mc="http://schemas.openxmlformats.org/markup-compatibility/2006">
              <mc:Choice xmlns:v="urn:schemas-microsoft-com:vml" Requires="v">
                <p:oleObj name="Packager Shell Object" showAsIcon="1" r:id="rId5" imgW="899089" imgH="517956" progId="Package">
                  <p:embed/>
                </p:oleObj>
              </mc:Choice>
              <mc:Fallback>
                <p:oleObj name="Packager Shell Object" showAsIcon="1" r:id="rId5" imgW="899089" imgH="517956" progId="Package">
                  <p:embed/>
                  <p:pic>
                    <p:nvPicPr>
                      <p:cNvPr id="0" name=""/>
                      <p:cNvPicPr/>
                      <p:nvPr/>
                    </p:nvPicPr>
                    <p:blipFill>
                      <a:blip r:embed="rId6"/>
                      <a:stretch>
                        <a:fillRect/>
                      </a:stretch>
                    </p:blipFill>
                    <p:spPr>
                      <a:xfrm>
                        <a:off x="98425" y="98425"/>
                        <a:ext cx="898525" cy="517525"/>
                      </a:xfrm>
                      <a:prstGeom prst="rect">
                        <a:avLst/>
                      </a:prstGeom>
                    </p:spPr>
                  </p:pic>
                </p:oleObj>
              </mc:Fallback>
            </mc:AlternateContent>
          </a:graphicData>
        </a:graphic>
      </p:graphicFrame>
      <p:graphicFrame>
        <p:nvGraphicFramePr>
          <p:cNvPr id="41" name="Object 40">
            <a:extLst>
              <a:ext uri="{FF2B5EF4-FFF2-40B4-BE49-F238E27FC236}">
                <a16:creationId xmlns:a16="http://schemas.microsoft.com/office/drawing/2014/main" id="{3A22A264-DCA4-29F1-6B73-E2E523EF63C6}"/>
              </a:ext>
            </a:extLst>
          </p:cNvPr>
          <p:cNvGraphicFramePr>
            <a:graphicFrameLocks noChangeAspect="1"/>
          </p:cNvGraphicFramePr>
          <p:nvPr>
            <p:extLst>
              <p:ext uri="{D42A27DB-BD31-4B8C-83A1-F6EECF244321}">
                <p14:modId xmlns:p14="http://schemas.microsoft.com/office/powerpoint/2010/main" val="2913576913"/>
              </p:ext>
            </p:extLst>
          </p:nvPr>
        </p:nvGraphicFramePr>
        <p:xfrm>
          <a:off x="98425" y="98425"/>
          <a:ext cx="898525" cy="517525"/>
        </p:xfrm>
        <a:graphic>
          <a:graphicData uri="http://schemas.openxmlformats.org/presentationml/2006/ole">
            <mc:AlternateContent xmlns:mc="http://schemas.openxmlformats.org/markup-compatibility/2006">
              <mc:Choice xmlns:v="urn:schemas-microsoft-com:vml" Requires="v">
                <p:oleObj name="Packager Shell Object" showAsIcon="1" r:id="rId7" imgW="899089" imgH="517956" progId="Package">
                  <p:embed/>
                </p:oleObj>
              </mc:Choice>
              <mc:Fallback>
                <p:oleObj name="Packager Shell Object" showAsIcon="1" r:id="rId7" imgW="899089" imgH="517956" progId="Package">
                  <p:embed/>
                  <p:pic>
                    <p:nvPicPr>
                      <p:cNvPr id="0" name=""/>
                      <p:cNvPicPr/>
                      <p:nvPr/>
                    </p:nvPicPr>
                    <p:blipFill>
                      <a:blip r:embed="rId6"/>
                      <a:stretch>
                        <a:fillRect/>
                      </a:stretch>
                    </p:blipFill>
                    <p:spPr>
                      <a:xfrm>
                        <a:off x="98425" y="98425"/>
                        <a:ext cx="898525" cy="517525"/>
                      </a:xfrm>
                      <a:prstGeom prst="rect">
                        <a:avLst/>
                      </a:prstGeom>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4791360">
            <a:off x="9738484" y="5138738"/>
            <a:ext cx="10464870" cy="0"/>
          </a:xfrm>
          <a:prstGeom prst="line">
            <a:avLst/>
          </a:prstGeom>
          <a:ln w="9525" cap="rnd">
            <a:solidFill>
              <a:srgbClr val="5FCBEF"/>
            </a:solidFill>
            <a:prstDash val="solid"/>
            <a:headEnd type="none" w="sm" len="sm"/>
            <a:tailEnd type="none" w="sm" len="sm"/>
          </a:ln>
        </p:spPr>
        <p:txBody>
          <a:bodyPr/>
          <a:lstStyle/>
          <a:p>
            <a:endParaRPr lang="en-IN"/>
          </a:p>
        </p:txBody>
      </p:sp>
      <p:sp>
        <p:nvSpPr>
          <p:cNvPr id="3" name="AutoShape 3"/>
          <p:cNvSpPr/>
          <p:nvPr/>
        </p:nvSpPr>
        <p:spPr>
          <a:xfrm rot="8776560">
            <a:off x="10406482" y="7899797"/>
            <a:ext cx="8608171" cy="0"/>
          </a:xfrm>
          <a:prstGeom prst="line">
            <a:avLst/>
          </a:prstGeom>
          <a:ln w="9525" cap="rnd">
            <a:solidFill>
              <a:srgbClr val="5FCBEF"/>
            </a:solidFill>
            <a:prstDash val="solid"/>
            <a:headEnd type="none" w="sm" len="sm"/>
            <a:tailEnd type="none" w="sm" len="sm"/>
          </a:ln>
        </p:spPr>
        <p:txBody>
          <a:bodyPr/>
          <a:lstStyle/>
          <a:p>
            <a:endParaRPr lang="en-IN"/>
          </a:p>
        </p:txBody>
      </p:sp>
      <p:grpSp>
        <p:nvGrpSpPr>
          <p:cNvPr id="4" name="Group 4"/>
          <p:cNvGrpSpPr/>
          <p:nvPr/>
        </p:nvGrpSpPr>
        <p:grpSpPr>
          <a:xfrm>
            <a:off x="13772217" y="-12697"/>
            <a:ext cx="4511021" cy="10299697"/>
            <a:chOff x="0" y="0"/>
            <a:chExt cx="6014695" cy="13732929"/>
          </a:xfrm>
        </p:grpSpPr>
        <p:sp>
          <p:nvSpPr>
            <p:cNvPr id="5" name="Freeform 5"/>
            <p:cNvSpPr/>
            <p:nvPr/>
          </p:nvSpPr>
          <p:spPr>
            <a:xfrm>
              <a:off x="0" y="0"/>
              <a:ext cx="6014720" cy="13732890"/>
            </a:xfrm>
            <a:custGeom>
              <a:avLst/>
              <a:gdLst/>
              <a:ahLst/>
              <a:cxnLst/>
              <a:rect l="l" t="t" r="r" b="b"/>
              <a:pathLst>
                <a:path w="6014720" h="13732890">
                  <a:moveTo>
                    <a:pt x="4091051" y="0"/>
                  </a:moveTo>
                  <a:lnTo>
                    <a:pt x="6014720" y="0"/>
                  </a:lnTo>
                  <a:lnTo>
                    <a:pt x="6014720" y="13732890"/>
                  </a:lnTo>
                  <a:lnTo>
                    <a:pt x="0" y="13732890"/>
                  </a:lnTo>
                  <a:lnTo>
                    <a:pt x="4091051" y="0"/>
                  </a:lnTo>
                  <a:close/>
                </a:path>
              </a:pathLst>
            </a:custGeom>
            <a:solidFill>
              <a:srgbClr val="5FCBEF">
                <a:alpha val="12941"/>
              </a:srgbClr>
            </a:solidFill>
          </p:spPr>
          <p:txBody>
            <a:bodyPr/>
            <a:lstStyle/>
            <a:p>
              <a:endParaRPr lang="en-IN"/>
            </a:p>
          </p:txBody>
        </p:sp>
      </p:grpSp>
      <p:grpSp>
        <p:nvGrpSpPr>
          <p:cNvPr id="6" name="Group 6"/>
          <p:cNvGrpSpPr/>
          <p:nvPr/>
        </p:nvGrpSpPr>
        <p:grpSpPr>
          <a:xfrm>
            <a:off x="14405162" y="-12697"/>
            <a:ext cx="3882838" cy="10299697"/>
            <a:chOff x="0" y="0"/>
            <a:chExt cx="5177117" cy="13732929"/>
          </a:xfrm>
        </p:grpSpPr>
        <p:sp>
          <p:nvSpPr>
            <p:cNvPr id="7" name="Freeform 7"/>
            <p:cNvSpPr/>
            <p:nvPr/>
          </p:nvSpPr>
          <p:spPr>
            <a:xfrm>
              <a:off x="0" y="0"/>
              <a:ext cx="5177155" cy="13732890"/>
            </a:xfrm>
            <a:custGeom>
              <a:avLst/>
              <a:gdLst/>
              <a:ahLst/>
              <a:cxnLst/>
              <a:rect l="l" t="t" r="r" b="b"/>
              <a:pathLst>
                <a:path w="5177155" h="13732890">
                  <a:moveTo>
                    <a:pt x="0" y="0"/>
                  </a:moveTo>
                  <a:lnTo>
                    <a:pt x="5177155" y="0"/>
                  </a:lnTo>
                  <a:lnTo>
                    <a:pt x="5177155" y="13732890"/>
                  </a:lnTo>
                  <a:lnTo>
                    <a:pt x="2418969" y="13732890"/>
                  </a:lnTo>
                  <a:lnTo>
                    <a:pt x="0" y="0"/>
                  </a:lnTo>
                  <a:close/>
                </a:path>
              </a:pathLst>
            </a:custGeom>
            <a:solidFill>
              <a:srgbClr val="5FCBEF">
                <a:alpha val="3922"/>
              </a:srgbClr>
            </a:solidFill>
          </p:spPr>
          <p:txBody>
            <a:bodyPr/>
            <a:lstStyle/>
            <a:p>
              <a:endParaRPr lang="en-IN"/>
            </a:p>
          </p:txBody>
        </p:sp>
      </p:grpSp>
      <p:grpSp>
        <p:nvGrpSpPr>
          <p:cNvPr id="8" name="Group 8"/>
          <p:cNvGrpSpPr/>
          <p:nvPr/>
        </p:nvGrpSpPr>
        <p:grpSpPr>
          <a:xfrm>
            <a:off x="13398503" y="4572000"/>
            <a:ext cx="4889497" cy="5715000"/>
            <a:chOff x="0" y="0"/>
            <a:chExt cx="6519329" cy="7620000"/>
          </a:xfrm>
        </p:grpSpPr>
        <p:sp>
          <p:nvSpPr>
            <p:cNvPr id="9" name="Freeform 9"/>
            <p:cNvSpPr/>
            <p:nvPr/>
          </p:nvSpPr>
          <p:spPr>
            <a:xfrm>
              <a:off x="0" y="0"/>
              <a:ext cx="6519291" cy="7620000"/>
            </a:xfrm>
            <a:custGeom>
              <a:avLst/>
              <a:gdLst/>
              <a:ahLst/>
              <a:cxnLst/>
              <a:rect l="l" t="t" r="r" b="b"/>
              <a:pathLst>
                <a:path w="6519291" h="7620000">
                  <a:moveTo>
                    <a:pt x="0" y="7620000"/>
                  </a:moveTo>
                  <a:lnTo>
                    <a:pt x="6519291" y="0"/>
                  </a:lnTo>
                  <a:lnTo>
                    <a:pt x="6519291" y="7620000"/>
                  </a:lnTo>
                  <a:close/>
                </a:path>
              </a:pathLst>
            </a:custGeom>
            <a:solidFill>
              <a:srgbClr val="17B0E4">
                <a:alpha val="43529"/>
              </a:srgbClr>
            </a:solidFill>
          </p:spPr>
          <p:txBody>
            <a:bodyPr/>
            <a:lstStyle/>
            <a:p>
              <a:endParaRPr lang="en-IN"/>
            </a:p>
          </p:txBody>
        </p:sp>
      </p:grpSp>
      <p:grpSp>
        <p:nvGrpSpPr>
          <p:cNvPr id="10" name="Group 10"/>
          <p:cNvGrpSpPr/>
          <p:nvPr/>
        </p:nvGrpSpPr>
        <p:grpSpPr>
          <a:xfrm>
            <a:off x="14001750" y="-12697"/>
            <a:ext cx="4281488" cy="10299697"/>
            <a:chOff x="0" y="0"/>
            <a:chExt cx="5708650" cy="13732929"/>
          </a:xfrm>
        </p:grpSpPr>
        <p:sp>
          <p:nvSpPr>
            <p:cNvPr id="11" name="Freeform 11"/>
            <p:cNvSpPr/>
            <p:nvPr/>
          </p:nvSpPr>
          <p:spPr>
            <a:xfrm>
              <a:off x="0" y="0"/>
              <a:ext cx="5708650" cy="13732890"/>
            </a:xfrm>
            <a:custGeom>
              <a:avLst/>
              <a:gdLst/>
              <a:ahLst/>
              <a:cxnLst/>
              <a:rect l="l" t="t" r="r" b="b"/>
              <a:pathLst>
                <a:path w="5708650" h="13732890">
                  <a:moveTo>
                    <a:pt x="0" y="0"/>
                  </a:moveTo>
                  <a:lnTo>
                    <a:pt x="5708650" y="0"/>
                  </a:lnTo>
                  <a:lnTo>
                    <a:pt x="5708650" y="13732890"/>
                  </a:lnTo>
                  <a:lnTo>
                    <a:pt x="4941443" y="13732890"/>
                  </a:lnTo>
                  <a:lnTo>
                    <a:pt x="0" y="0"/>
                  </a:lnTo>
                  <a:close/>
                </a:path>
              </a:pathLst>
            </a:custGeom>
            <a:solidFill>
              <a:srgbClr val="17B0E4">
                <a:alpha val="24706"/>
              </a:srgbClr>
            </a:solidFill>
          </p:spPr>
          <p:txBody>
            <a:bodyPr/>
            <a:lstStyle/>
            <a:p>
              <a:endParaRPr lang="en-IN"/>
            </a:p>
          </p:txBody>
        </p:sp>
      </p:grpSp>
      <p:grpSp>
        <p:nvGrpSpPr>
          <p:cNvPr id="12" name="Group 12"/>
          <p:cNvGrpSpPr/>
          <p:nvPr/>
        </p:nvGrpSpPr>
        <p:grpSpPr>
          <a:xfrm>
            <a:off x="16348091" y="-12697"/>
            <a:ext cx="1935137" cy="10299697"/>
            <a:chOff x="0" y="0"/>
            <a:chExt cx="2580183" cy="13732929"/>
          </a:xfrm>
        </p:grpSpPr>
        <p:sp>
          <p:nvSpPr>
            <p:cNvPr id="13" name="Freeform 13"/>
            <p:cNvSpPr/>
            <p:nvPr/>
          </p:nvSpPr>
          <p:spPr>
            <a:xfrm>
              <a:off x="0" y="0"/>
              <a:ext cx="2580259" cy="13732890"/>
            </a:xfrm>
            <a:custGeom>
              <a:avLst/>
              <a:gdLst/>
              <a:ahLst/>
              <a:cxnLst/>
              <a:rect l="l" t="t" r="r" b="b"/>
              <a:pathLst>
                <a:path w="2580259" h="13732890">
                  <a:moveTo>
                    <a:pt x="2039493" y="0"/>
                  </a:moveTo>
                  <a:lnTo>
                    <a:pt x="2580259" y="0"/>
                  </a:lnTo>
                  <a:lnTo>
                    <a:pt x="2580259" y="13732890"/>
                  </a:lnTo>
                  <a:lnTo>
                    <a:pt x="0" y="13732890"/>
                  </a:lnTo>
                  <a:lnTo>
                    <a:pt x="2039493" y="0"/>
                  </a:lnTo>
                  <a:close/>
                </a:path>
              </a:pathLst>
            </a:custGeom>
            <a:solidFill>
              <a:srgbClr val="2E83C3">
                <a:alpha val="48627"/>
              </a:srgbClr>
            </a:solidFill>
          </p:spPr>
          <p:txBody>
            <a:bodyPr/>
            <a:lstStyle/>
            <a:p>
              <a:endParaRPr lang="en-IN"/>
            </a:p>
          </p:txBody>
        </p:sp>
      </p:grpSp>
      <p:grpSp>
        <p:nvGrpSpPr>
          <p:cNvPr id="14" name="Group 14"/>
          <p:cNvGrpSpPr/>
          <p:nvPr/>
        </p:nvGrpSpPr>
        <p:grpSpPr>
          <a:xfrm>
            <a:off x="16408498" y="-12697"/>
            <a:ext cx="1874739" cy="10299697"/>
            <a:chOff x="0" y="0"/>
            <a:chExt cx="2499652" cy="13732929"/>
          </a:xfrm>
        </p:grpSpPr>
        <p:sp>
          <p:nvSpPr>
            <p:cNvPr id="15" name="Freeform 15"/>
            <p:cNvSpPr/>
            <p:nvPr/>
          </p:nvSpPr>
          <p:spPr>
            <a:xfrm>
              <a:off x="0" y="0"/>
              <a:ext cx="2499614" cy="13732890"/>
            </a:xfrm>
            <a:custGeom>
              <a:avLst/>
              <a:gdLst/>
              <a:ahLst/>
              <a:cxnLst/>
              <a:rect l="l" t="t" r="r" b="b"/>
              <a:pathLst>
                <a:path w="2499614" h="13732890">
                  <a:moveTo>
                    <a:pt x="0" y="0"/>
                  </a:moveTo>
                  <a:lnTo>
                    <a:pt x="2499614" y="0"/>
                  </a:lnTo>
                  <a:lnTo>
                    <a:pt x="2499614" y="13732890"/>
                  </a:lnTo>
                  <a:lnTo>
                    <a:pt x="2218817" y="13732890"/>
                  </a:lnTo>
                  <a:lnTo>
                    <a:pt x="0" y="0"/>
                  </a:lnTo>
                  <a:close/>
                </a:path>
              </a:pathLst>
            </a:custGeom>
            <a:solidFill>
              <a:srgbClr val="236292">
                <a:alpha val="63922"/>
              </a:srgbClr>
            </a:solidFill>
          </p:spPr>
          <p:txBody>
            <a:bodyPr/>
            <a:lstStyle/>
            <a:p>
              <a:endParaRPr lang="en-IN"/>
            </a:p>
          </p:txBody>
        </p:sp>
      </p:grpSp>
      <p:grpSp>
        <p:nvGrpSpPr>
          <p:cNvPr id="16" name="Group 16"/>
          <p:cNvGrpSpPr/>
          <p:nvPr/>
        </p:nvGrpSpPr>
        <p:grpSpPr>
          <a:xfrm>
            <a:off x="15557497" y="5384797"/>
            <a:ext cx="2725741" cy="4902203"/>
            <a:chOff x="0" y="0"/>
            <a:chExt cx="3634321" cy="6536271"/>
          </a:xfrm>
        </p:grpSpPr>
        <p:sp>
          <p:nvSpPr>
            <p:cNvPr id="17" name="Freeform 17"/>
            <p:cNvSpPr/>
            <p:nvPr/>
          </p:nvSpPr>
          <p:spPr>
            <a:xfrm>
              <a:off x="0" y="0"/>
              <a:ext cx="3634359" cy="6536309"/>
            </a:xfrm>
            <a:custGeom>
              <a:avLst/>
              <a:gdLst/>
              <a:ahLst/>
              <a:cxnLst/>
              <a:rect l="l" t="t" r="r" b="b"/>
              <a:pathLst>
                <a:path w="3634359" h="6536309">
                  <a:moveTo>
                    <a:pt x="0" y="6536309"/>
                  </a:moveTo>
                  <a:lnTo>
                    <a:pt x="3634359" y="0"/>
                  </a:lnTo>
                  <a:lnTo>
                    <a:pt x="3634359" y="6536309"/>
                  </a:lnTo>
                  <a:close/>
                </a:path>
              </a:pathLst>
            </a:custGeom>
            <a:solidFill>
              <a:srgbClr val="17B0E4">
                <a:alpha val="43529"/>
              </a:srgbClr>
            </a:solidFill>
          </p:spPr>
          <p:txBody>
            <a:bodyPr/>
            <a:lstStyle/>
            <a:p>
              <a:endParaRPr lang="en-IN"/>
            </a:p>
          </p:txBody>
        </p:sp>
      </p:grpSp>
      <p:grpSp>
        <p:nvGrpSpPr>
          <p:cNvPr id="18" name="Group 18"/>
          <p:cNvGrpSpPr/>
          <p:nvPr/>
        </p:nvGrpSpPr>
        <p:grpSpPr>
          <a:xfrm>
            <a:off x="0" y="6019800"/>
            <a:ext cx="673103" cy="4267200"/>
            <a:chOff x="0" y="0"/>
            <a:chExt cx="897471" cy="5689600"/>
          </a:xfrm>
        </p:grpSpPr>
        <p:sp>
          <p:nvSpPr>
            <p:cNvPr id="19" name="Freeform 19"/>
            <p:cNvSpPr/>
            <p:nvPr/>
          </p:nvSpPr>
          <p:spPr>
            <a:xfrm>
              <a:off x="0" y="0"/>
              <a:ext cx="897509" cy="5689600"/>
            </a:xfrm>
            <a:custGeom>
              <a:avLst/>
              <a:gdLst/>
              <a:ahLst/>
              <a:cxnLst/>
              <a:rect l="l" t="t" r="r" b="b"/>
              <a:pathLst>
                <a:path w="897509" h="5689600">
                  <a:moveTo>
                    <a:pt x="0" y="5689600"/>
                  </a:moveTo>
                  <a:lnTo>
                    <a:pt x="0" y="0"/>
                  </a:lnTo>
                  <a:lnTo>
                    <a:pt x="897509" y="5689600"/>
                  </a:lnTo>
                  <a:close/>
                </a:path>
              </a:pathLst>
            </a:custGeom>
            <a:solidFill>
              <a:srgbClr val="5FCBEF">
                <a:alpha val="48627"/>
              </a:srgbClr>
            </a:solidFill>
          </p:spPr>
          <p:txBody>
            <a:bodyPr/>
            <a:lstStyle/>
            <a:p>
              <a:endParaRPr lang="en-IN"/>
            </a:p>
          </p:txBody>
        </p:sp>
      </p:grpSp>
      <p:grpSp>
        <p:nvGrpSpPr>
          <p:cNvPr id="20" name="Group 20"/>
          <p:cNvGrpSpPr/>
          <p:nvPr/>
        </p:nvGrpSpPr>
        <p:grpSpPr>
          <a:xfrm>
            <a:off x="990590" y="9568358"/>
            <a:ext cx="4114800" cy="547688"/>
            <a:chOff x="0" y="0"/>
            <a:chExt cx="5486400" cy="730250"/>
          </a:xfrm>
        </p:grpSpPr>
        <p:sp>
          <p:nvSpPr>
            <p:cNvPr id="21" name="Freeform 21"/>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2" name="TextBox 22"/>
            <p:cNvSpPr txBox="1"/>
            <p:nvPr/>
          </p:nvSpPr>
          <p:spPr>
            <a:xfrm>
              <a:off x="0" y="-9525"/>
              <a:ext cx="5486400" cy="739775"/>
            </a:xfrm>
            <a:prstGeom prst="rect">
              <a:avLst/>
            </a:prstGeom>
          </p:spPr>
          <p:txBody>
            <a:bodyPr lIns="0" tIns="0" rIns="0" bIns="0" rtlCol="0" anchor="ctr"/>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id="23" name="Group 23"/>
          <p:cNvGrpSpPr/>
          <p:nvPr/>
        </p:nvGrpSpPr>
        <p:grpSpPr>
          <a:xfrm>
            <a:off x="2168290" y="9568358"/>
            <a:ext cx="6172200" cy="547688"/>
            <a:chOff x="0" y="0"/>
            <a:chExt cx="8229600" cy="730250"/>
          </a:xfrm>
        </p:grpSpPr>
        <p:sp>
          <p:nvSpPr>
            <p:cNvPr id="24" name="Freeform 24"/>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2">
                <a:alphaModFix amt="0"/>
              </a:blip>
              <a:stretch>
                <a:fillRect t="-169587" b="-169587"/>
              </a:stretch>
            </a:blipFill>
          </p:spPr>
          <p:txBody>
            <a:bodyPr/>
            <a:lstStyle/>
            <a:p>
              <a:endParaRPr lang="en-IN"/>
            </a:p>
          </p:txBody>
        </p:sp>
        <p:sp>
          <p:nvSpPr>
            <p:cNvPr id="25" name="TextBox 25"/>
            <p:cNvSpPr txBox="1"/>
            <p:nvPr/>
          </p:nvSpPr>
          <p:spPr>
            <a:xfrm>
              <a:off x="0" y="-9525"/>
              <a:ext cx="8229600" cy="739775"/>
            </a:xfrm>
            <a:prstGeom prst="rect">
              <a:avLst/>
            </a:prstGeom>
          </p:spPr>
          <p:txBody>
            <a:bodyPr lIns="0" tIns="0" rIns="0" bIns="0" rtlCol="0" anchor="ctr"/>
            <a:lstStyle/>
            <a:p>
              <a:pPr algn="l">
                <a:lnSpc>
                  <a:spcPts val="1980"/>
                </a:lnSpc>
              </a:pPr>
              <a:r>
                <a:rPr lang="en-US" sz="1650" b="1">
                  <a:solidFill>
                    <a:srgbClr val="2E83C3"/>
                  </a:solidFill>
                  <a:latin typeface="Trebuchet MS Bold"/>
                  <a:ea typeface="Trebuchet MS Bold"/>
                  <a:cs typeface="Trebuchet MS Bold"/>
                  <a:sym typeface="Trebuchet MS Bold"/>
                </a:rPr>
                <a:t>Annual Review</a:t>
              </a:r>
            </a:p>
          </p:txBody>
        </p:sp>
      </p:grpSp>
      <p:grpSp>
        <p:nvGrpSpPr>
          <p:cNvPr id="26" name="Group 26"/>
          <p:cNvGrpSpPr/>
          <p:nvPr/>
        </p:nvGrpSpPr>
        <p:grpSpPr>
          <a:xfrm>
            <a:off x="13208003" y="9568358"/>
            <a:ext cx="4114800" cy="547688"/>
            <a:chOff x="0" y="0"/>
            <a:chExt cx="5486400" cy="730250"/>
          </a:xfrm>
        </p:grpSpPr>
        <p:sp>
          <p:nvSpPr>
            <p:cNvPr id="27" name="Freeform 2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2">
                <a:alphaModFix amt="0"/>
              </a:blip>
              <a:stretch>
                <a:fillRect t="-96391" b="-96391"/>
              </a:stretch>
            </a:blipFill>
          </p:spPr>
          <p:txBody>
            <a:bodyPr/>
            <a:lstStyle/>
            <a:p>
              <a:endParaRPr lang="en-IN"/>
            </a:p>
          </p:txBody>
        </p:sp>
        <p:sp>
          <p:nvSpPr>
            <p:cNvPr id="28" name="TextBox 28"/>
            <p:cNvSpPr txBox="1"/>
            <p:nvPr/>
          </p:nvSpPr>
          <p:spPr>
            <a:xfrm>
              <a:off x="0" y="-9525"/>
              <a:ext cx="5486400" cy="739775"/>
            </a:xfrm>
            <a:prstGeom prst="rect">
              <a:avLst/>
            </a:prstGeom>
          </p:spPr>
          <p:txBody>
            <a:bodyPr lIns="0" tIns="0" rIns="0" bIns="0" rtlCol="0" anchor="ctr"/>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id="29" name="Group 29"/>
          <p:cNvGrpSpPr/>
          <p:nvPr/>
        </p:nvGrpSpPr>
        <p:grpSpPr>
          <a:xfrm>
            <a:off x="820007" y="5201336"/>
            <a:ext cx="687400" cy="592588"/>
            <a:chOff x="0" y="0"/>
            <a:chExt cx="916534" cy="790118"/>
          </a:xfrm>
        </p:grpSpPr>
        <p:sp>
          <p:nvSpPr>
            <p:cNvPr id="30" name="Freeform 30"/>
            <p:cNvSpPr/>
            <p:nvPr/>
          </p:nvSpPr>
          <p:spPr>
            <a:xfrm>
              <a:off x="0" y="0"/>
              <a:ext cx="916559" cy="790067"/>
            </a:xfrm>
            <a:custGeom>
              <a:avLst/>
              <a:gdLst/>
              <a:ahLst/>
              <a:cxnLst/>
              <a:rect l="l" t="t" r="r" b="b"/>
              <a:pathLst>
                <a:path w="916559" h="790067">
                  <a:moveTo>
                    <a:pt x="0" y="395097"/>
                  </a:moveTo>
                  <a:lnTo>
                    <a:pt x="197485" y="0"/>
                  </a:lnTo>
                  <a:lnTo>
                    <a:pt x="718947" y="0"/>
                  </a:lnTo>
                  <a:lnTo>
                    <a:pt x="916559" y="395097"/>
                  </a:lnTo>
                  <a:lnTo>
                    <a:pt x="718947" y="790067"/>
                  </a:lnTo>
                  <a:lnTo>
                    <a:pt x="197485" y="790067"/>
                  </a:lnTo>
                  <a:close/>
                </a:path>
              </a:pathLst>
            </a:custGeom>
            <a:solidFill>
              <a:srgbClr val="5FCBEF"/>
            </a:solidFill>
          </p:spPr>
          <p:txBody>
            <a:bodyPr/>
            <a:lstStyle/>
            <a:p>
              <a:endParaRPr lang="en-IN"/>
            </a:p>
          </p:txBody>
        </p:sp>
      </p:grpSp>
      <p:grpSp>
        <p:nvGrpSpPr>
          <p:cNvPr id="31" name="Group 31"/>
          <p:cNvGrpSpPr/>
          <p:nvPr/>
        </p:nvGrpSpPr>
        <p:grpSpPr>
          <a:xfrm>
            <a:off x="16670007" y="3592087"/>
            <a:ext cx="537591" cy="463439"/>
            <a:chOff x="0" y="0"/>
            <a:chExt cx="716788" cy="617918"/>
          </a:xfrm>
        </p:grpSpPr>
        <p:sp>
          <p:nvSpPr>
            <p:cNvPr id="32" name="Freeform 32"/>
            <p:cNvSpPr/>
            <p:nvPr/>
          </p:nvSpPr>
          <p:spPr>
            <a:xfrm>
              <a:off x="0" y="0"/>
              <a:ext cx="716788" cy="617855"/>
            </a:xfrm>
            <a:custGeom>
              <a:avLst/>
              <a:gdLst/>
              <a:ahLst/>
              <a:cxnLst/>
              <a:rect l="l" t="t" r="r" b="b"/>
              <a:pathLst>
                <a:path w="716788" h="617855">
                  <a:moveTo>
                    <a:pt x="0" y="308991"/>
                  </a:moveTo>
                  <a:lnTo>
                    <a:pt x="154432" y="0"/>
                  </a:lnTo>
                  <a:lnTo>
                    <a:pt x="562356" y="0"/>
                  </a:lnTo>
                  <a:lnTo>
                    <a:pt x="716788" y="308991"/>
                  </a:lnTo>
                  <a:lnTo>
                    <a:pt x="562356" y="617855"/>
                  </a:lnTo>
                  <a:lnTo>
                    <a:pt x="154432" y="617855"/>
                  </a:lnTo>
                  <a:close/>
                </a:path>
              </a:pathLst>
            </a:custGeom>
            <a:solidFill>
              <a:srgbClr val="2E83C3"/>
            </a:solidFill>
          </p:spPr>
          <p:txBody>
            <a:bodyPr/>
            <a:lstStyle/>
            <a:p>
              <a:endParaRPr lang="en-IN"/>
            </a:p>
          </p:txBody>
        </p:sp>
      </p:grpSp>
      <p:grpSp>
        <p:nvGrpSpPr>
          <p:cNvPr id="33" name="Group 33"/>
          <p:cNvGrpSpPr/>
          <p:nvPr/>
        </p:nvGrpSpPr>
        <p:grpSpPr>
          <a:xfrm>
            <a:off x="16323974" y="3303299"/>
            <a:ext cx="346034" cy="298304"/>
            <a:chOff x="0" y="0"/>
            <a:chExt cx="461378" cy="397739"/>
          </a:xfrm>
        </p:grpSpPr>
        <p:sp>
          <p:nvSpPr>
            <p:cNvPr id="34" name="Freeform 34"/>
            <p:cNvSpPr/>
            <p:nvPr/>
          </p:nvSpPr>
          <p:spPr>
            <a:xfrm>
              <a:off x="0" y="0"/>
              <a:ext cx="461391" cy="397764"/>
            </a:xfrm>
            <a:custGeom>
              <a:avLst/>
              <a:gdLst/>
              <a:ahLst/>
              <a:cxnLst/>
              <a:rect l="l" t="t" r="r" b="b"/>
              <a:pathLst>
                <a:path w="461391" h="397764">
                  <a:moveTo>
                    <a:pt x="0" y="198882"/>
                  </a:moveTo>
                  <a:lnTo>
                    <a:pt x="99441" y="0"/>
                  </a:lnTo>
                  <a:lnTo>
                    <a:pt x="361950" y="0"/>
                  </a:lnTo>
                  <a:lnTo>
                    <a:pt x="461391" y="198882"/>
                  </a:lnTo>
                  <a:lnTo>
                    <a:pt x="361950" y="397764"/>
                  </a:lnTo>
                  <a:lnTo>
                    <a:pt x="99441" y="397764"/>
                  </a:lnTo>
                  <a:close/>
                </a:path>
              </a:pathLst>
            </a:custGeom>
            <a:solidFill>
              <a:srgbClr val="EBEBEB"/>
            </a:solidFill>
          </p:spPr>
          <p:txBody>
            <a:bodyPr/>
            <a:lstStyle/>
            <a:p>
              <a:endParaRPr lang="en-IN"/>
            </a:p>
          </p:txBody>
        </p:sp>
      </p:grpSp>
      <p:grpSp>
        <p:nvGrpSpPr>
          <p:cNvPr id="35" name="Group 35"/>
          <p:cNvGrpSpPr/>
          <p:nvPr/>
        </p:nvGrpSpPr>
        <p:grpSpPr>
          <a:xfrm>
            <a:off x="647995" y="971550"/>
            <a:ext cx="17010002" cy="1050169"/>
            <a:chOff x="0" y="0"/>
            <a:chExt cx="22680003" cy="1400226"/>
          </a:xfrm>
        </p:grpSpPr>
        <p:sp>
          <p:nvSpPr>
            <p:cNvPr id="36" name="Freeform 36"/>
            <p:cNvSpPr/>
            <p:nvPr/>
          </p:nvSpPr>
          <p:spPr>
            <a:xfrm>
              <a:off x="0" y="0"/>
              <a:ext cx="22680000" cy="1400228"/>
            </a:xfrm>
            <a:custGeom>
              <a:avLst/>
              <a:gdLst/>
              <a:ahLst/>
              <a:cxnLst/>
              <a:rect l="l" t="t" r="r" b="b"/>
              <a:pathLst>
                <a:path w="22680000" h="1400228">
                  <a:moveTo>
                    <a:pt x="0" y="0"/>
                  </a:moveTo>
                  <a:lnTo>
                    <a:pt x="22680000" y="0"/>
                  </a:lnTo>
                  <a:lnTo>
                    <a:pt x="22680000" y="1400228"/>
                  </a:lnTo>
                  <a:lnTo>
                    <a:pt x="0" y="1400228"/>
                  </a:lnTo>
                  <a:close/>
                </a:path>
              </a:pathLst>
            </a:custGeom>
            <a:blipFill>
              <a:blip r:embed="rId2">
                <a:alphaModFix amt="0"/>
              </a:blip>
              <a:stretch>
                <a:fillRect t="-265606" b="-265606"/>
              </a:stretch>
            </a:blipFill>
          </p:spPr>
          <p:txBody>
            <a:bodyPr/>
            <a:lstStyle/>
            <a:p>
              <a:endParaRPr lang="en-IN"/>
            </a:p>
          </p:txBody>
        </p:sp>
        <p:sp>
          <p:nvSpPr>
            <p:cNvPr id="37" name="TextBox 37"/>
            <p:cNvSpPr txBox="1"/>
            <p:nvPr/>
          </p:nvSpPr>
          <p:spPr>
            <a:xfrm>
              <a:off x="0" y="-9525"/>
              <a:ext cx="22680003" cy="1409751"/>
            </a:xfrm>
            <a:prstGeom prst="rect">
              <a:avLst/>
            </a:prstGeom>
          </p:spPr>
          <p:txBody>
            <a:bodyPr lIns="0" tIns="0" rIns="0" bIns="0" rtlCol="0" anchor="ctr"/>
            <a:lstStyle/>
            <a:p>
              <a:pPr algn="ctr">
                <a:lnSpc>
                  <a:spcPts val="7776"/>
                </a:lnSpc>
              </a:pPr>
              <a:r>
                <a:rPr lang="en-US" sz="6480" b="1">
                  <a:solidFill>
                    <a:srgbClr val="000000"/>
                  </a:solidFill>
                  <a:latin typeface="Trebuchet MS Bold"/>
                  <a:ea typeface="Trebuchet MS Bold"/>
                  <a:cs typeface="Trebuchet MS Bold"/>
                  <a:sym typeface="Trebuchet MS Bold"/>
                </a:rPr>
                <a:t>Thank you</a:t>
              </a:r>
            </a:p>
          </p:txBody>
        </p:sp>
      </p:grpSp>
      <p:sp>
        <p:nvSpPr>
          <p:cNvPr id="38" name="TextBox 38"/>
          <p:cNvSpPr txBox="1"/>
          <p:nvPr/>
        </p:nvSpPr>
        <p:spPr>
          <a:xfrm>
            <a:off x="5683234" y="6999084"/>
            <a:ext cx="3026664" cy="1581036"/>
          </a:xfrm>
          <a:prstGeom prst="rect">
            <a:avLst/>
          </a:prstGeom>
        </p:spPr>
        <p:txBody>
          <a:bodyPr lIns="0" tIns="0" rIns="0" bIns="0" rtlCol="0" anchor="t">
            <a:spAutoFit/>
          </a:bodyPr>
          <a:lstStyle/>
          <a:p>
            <a:pPr algn="ctr">
              <a:lnSpc>
                <a:spcPts val="2879"/>
              </a:lnSpc>
            </a:pPr>
            <a:r>
              <a:rPr lang="en-US" sz="2400">
                <a:solidFill>
                  <a:srgbClr val="000000"/>
                </a:solidFill>
                <a:latin typeface="Trebuchet MS"/>
                <a:ea typeface="Trebuchet MS"/>
                <a:cs typeface="Trebuchet MS"/>
                <a:sym typeface="Trebuchet MS"/>
              </a:rPr>
              <a:t>.</a:t>
            </a:r>
          </a:p>
        </p:txBody>
      </p:sp>
      <p:sp>
        <p:nvSpPr>
          <p:cNvPr id="39" name="TextBox 39"/>
          <p:cNvSpPr txBox="1"/>
          <p:nvPr/>
        </p:nvSpPr>
        <p:spPr>
          <a:xfrm>
            <a:off x="12978489" y="6999084"/>
            <a:ext cx="3026664" cy="1581036"/>
          </a:xfrm>
          <a:prstGeom prst="rect">
            <a:avLst/>
          </a:prstGeom>
        </p:spPr>
        <p:txBody>
          <a:bodyPr lIns="0" tIns="0" rIns="0" bIns="0" rtlCol="0" anchor="t">
            <a:spAutoFit/>
          </a:bodyPr>
          <a:lstStyle/>
          <a:p>
            <a:pPr algn="ctr">
              <a:lnSpc>
                <a:spcPts val="2879"/>
              </a:lnSpc>
            </a:pPr>
            <a:r>
              <a:rPr lang="en-US" sz="2400">
                <a:solidFill>
                  <a:srgbClr val="000000"/>
                </a:solidFill>
                <a:latin typeface="Trebuchet MS"/>
                <a:ea typeface="Trebuchet MS"/>
                <a:cs typeface="Trebuchet MS"/>
                <a:sym typeface="Trebuchet MS"/>
              </a:rPr>
              <a:t>.</a:t>
            </a:r>
          </a:p>
        </p:txBody>
      </p:sp>
      <p:grpSp>
        <p:nvGrpSpPr>
          <p:cNvPr id="40" name="Group 40"/>
          <p:cNvGrpSpPr/>
          <p:nvPr/>
        </p:nvGrpSpPr>
        <p:grpSpPr>
          <a:xfrm>
            <a:off x="1013936" y="9707880"/>
            <a:ext cx="3214688" cy="289560"/>
            <a:chOff x="0" y="0"/>
            <a:chExt cx="4286250" cy="386080"/>
          </a:xfrm>
        </p:grpSpPr>
        <p:sp>
          <p:nvSpPr>
            <p:cNvPr id="41" name="Freeform 41"/>
            <p:cNvSpPr/>
            <p:nvPr/>
          </p:nvSpPr>
          <p:spPr>
            <a:xfrm>
              <a:off x="0" y="0"/>
              <a:ext cx="4286250" cy="386080"/>
            </a:xfrm>
            <a:custGeom>
              <a:avLst/>
              <a:gdLst/>
              <a:ahLst/>
              <a:cxnLst/>
              <a:rect l="l" t="t" r="r" b="b"/>
              <a:pathLst>
                <a:path w="4286250" h="386080">
                  <a:moveTo>
                    <a:pt x="0" y="0"/>
                  </a:moveTo>
                  <a:lnTo>
                    <a:pt x="4286250" y="0"/>
                  </a:lnTo>
                  <a:lnTo>
                    <a:pt x="4286250" y="386080"/>
                  </a:lnTo>
                  <a:lnTo>
                    <a:pt x="0" y="386080"/>
                  </a:lnTo>
                  <a:lnTo>
                    <a:pt x="0" y="0"/>
                  </a:lnTo>
                  <a:close/>
                </a:path>
              </a:pathLst>
            </a:custGeom>
            <a:blipFill>
              <a:blip r:embed="rId3"/>
              <a:stretch>
                <a:fillRect t="-2518486" r="-135857"/>
              </a:stretch>
            </a:blipFill>
          </p:spPr>
          <p:txBody>
            <a:bodyPr/>
            <a:lstStyle/>
            <a:p>
              <a:endParaRPr lang="en-IN"/>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TotalTime>
  <Words>545</Words>
  <Application>Microsoft Office PowerPoint</Application>
  <PresentationFormat>Custom</PresentationFormat>
  <Paragraphs>91</Paragraphs>
  <Slides>14</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0" baseType="lpstr">
      <vt:lpstr>Trebuchet MS</vt:lpstr>
      <vt:lpstr>Trebuchet MS Bold</vt:lpstr>
      <vt:lpstr>Arial</vt:lpstr>
      <vt:lpstr>Calibri</vt:lpstr>
      <vt:lpstr>Office Theme</vt:lpstr>
      <vt:lpstr>Package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VOIS_Major_Project_PPT_Submission_Template (1).pptx</dc:title>
  <cp:lastModifiedBy>goutam gurjar</cp:lastModifiedBy>
  <cp:revision>3</cp:revision>
  <dcterms:created xsi:type="dcterms:W3CDTF">2006-08-16T00:00:00Z</dcterms:created>
  <dcterms:modified xsi:type="dcterms:W3CDTF">2026-09-09T19:33:25Z</dcterms:modified>
  <dc:identifier>DAHUWHn3YlU</dc:identifier>
</cp:coreProperties>
</file>